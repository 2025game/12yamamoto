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1"/>
  </p:sldMasterIdLst>
  <p:notesMasterIdLst>
    <p:notesMasterId r:id="rId10"/>
  </p:notesMasterIdLst>
  <p:sldIdLst>
    <p:sldId id="264" r:id="rId2"/>
    <p:sldId id="259" r:id="rId3"/>
    <p:sldId id="279" r:id="rId4"/>
    <p:sldId id="282" r:id="rId5"/>
    <p:sldId id="281" r:id="rId6"/>
    <p:sldId id="283" r:id="rId7"/>
    <p:sldId id="284" r:id="rId8"/>
    <p:sldId id="278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63746"/>
    <a:srgbClr val="8DD9EE"/>
    <a:srgbClr val="123B5A"/>
    <a:srgbClr val="DDF3FA"/>
    <a:srgbClr val="263238"/>
    <a:srgbClr val="123A5A"/>
    <a:srgbClr val="D8F0FA"/>
    <a:srgbClr val="EA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53" autoAdjust="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uke yamamoto" userId="516c4d66ab16f868" providerId="LiveId" clId="{3DBCF2D6-846C-4AC5-B769-15D59CED32E7}"/>
    <pc:docChg chg="undo custSel addSld modSld sldOrd">
      <pc:chgData name="kousuke yamamoto" userId="516c4d66ab16f868" providerId="LiveId" clId="{3DBCF2D6-846C-4AC5-B769-15D59CED32E7}" dt="2026-10-06T05:13:21.631" v="53"/>
      <pc:docMkLst>
        <pc:docMk/>
      </pc:docMkLst>
      <pc:sldChg chg="addSp delSp modSp mod">
        <pc:chgData name="kousuke yamamoto" userId="516c4d66ab16f868" providerId="LiveId" clId="{3DBCF2D6-846C-4AC5-B769-15D59CED32E7}" dt="2026-10-06T04:59:45.408" v="51" actId="14100"/>
        <pc:sldMkLst>
          <pc:docMk/>
          <pc:sldMk cId="0" sldId="261"/>
        </pc:sldMkLst>
        <pc:spChg chg="add del mod">
          <ac:chgData name="kousuke yamamoto" userId="516c4d66ab16f868" providerId="LiveId" clId="{3DBCF2D6-846C-4AC5-B769-15D59CED32E7}" dt="2026-10-06T04:59:25.854" v="28" actId="478"/>
          <ac:spMkLst>
            <pc:docMk/>
            <pc:sldMk cId="0" sldId="261"/>
            <ac:spMk id="2" creationId="{F821687B-3030-42F0-A24A-7C58AE191B85}"/>
          </ac:spMkLst>
        </pc:spChg>
        <pc:spChg chg="mod">
          <ac:chgData name="kousuke yamamoto" userId="516c4d66ab16f868" providerId="LiveId" clId="{3DBCF2D6-846C-4AC5-B769-15D59CED32E7}" dt="2026-10-06T04:59:45.408" v="51" actId="14100"/>
          <ac:spMkLst>
            <pc:docMk/>
            <pc:sldMk cId="0" sldId="261"/>
            <ac:spMk id="3" creationId="{70EAE7B8-2E7A-4AF5-9F80-324BE3D322C8}"/>
          </ac:spMkLst>
        </pc:spChg>
      </pc:sldChg>
      <pc:sldChg chg="addSp modSp new mod ord">
        <pc:chgData name="kousuke yamamoto" userId="516c4d66ab16f868" providerId="LiveId" clId="{3DBCF2D6-846C-4AC5-B769-15D59CED32E7}" dt="2026-10-06T05:13:21.631" v="53"/>
        <pc:sldMkLst>
          <pc:docMk/>
          <pc:sldMk cId="1368519107" sldId="275"/>
        </pc:sldMkLst>
        <pc:spChg chg="add mod">
          <ac:chgData name="kousuke yamamoto" userId="516c4d66ab16f868" providerId="LiveId" clId="{3DBCF2D6-846C-4AC5-B769-15D59CED32E7}" dt="2026-10-06T04:58:09.988" v="20" actId="1076"/>
          <ac:spMkLst>
            <pc:docMk/>
            <pc:sldMk cId="1368519107" sldId="275"/>
            <ac:spMk id="2" creationId="{833A4E06-EE75-40A7-A1FD-D57D73A87CA8}"/>
          </ac:spMkLst>
        </pc:spChg>
      </pc:sldChg>
    </pc:docChg>
  </pc:docChgLst>
  <pc:docChgLst>
    <pc:chgData name="kousuke yamamoto" userId="516c4d66ab16f868" providerId="LiveId" clId="{D5857573-2C41-4D75-AB9F-5CA89102AE51}"/>
    <pc:docChg chg="undo custSel addSld delSld modSld sldOrd">
      <pc:chgData name="kousuke yamamoto" userId="516c4d66ab16f868" providerId="LiveId" clId="{D5857573-2C41-4D75-AB9F-5CA89102AE51}" dt="2026-10-19T06:10:23.927" v="2722" actId="20577"/>
      <pc:docMkLst>
        <pc:docMk/>
      </pc:docMkLst>
      <pc:sldChg chg="delSp del mod">
        <pc:chgData name="kousuke yamamoto" userId="516c4d66ab16f868" providerId="LiveId" clId="{D5857573-2C41-4D75-AB9F-5CA89102AE51}" dt="2026-10-13T06:45:05.844" v="1637" actId="2696"/>
        <pc:sldMkLst>
          <pc:docMk/>
          <pc:sldMk cId="0" sldId="257"/>
        </pc:sldMkLst>
        <pc:spChg chg="del">
          <ac:chgData name="kousuke yamamoto" userId="516c4d66ab16f868" providerId="LiveId" clId="{D5857573-2C41-4D75-AB9F-5CA89102AE51}" dt="2026-10-08T05:56:32.230" v="1531" actId="478"/>
          <ac:spMkLst>
            <pc:docMk/>
            <pc:sldMk cId="0" sldId="257"/>
            <ac:spMk id="9" creationId="{00039B03-7452-4948-AB40-CEC2825954EC}"/>
          </ac:spMkLst>
        </pc:spChg>
        <pc:spChg chg="del">
          <ac:chgData name="kousuke yamamoto" userId="516c4d66ab16f868" providerId="LiveId" clId="{D5857573-2C41-4D75-AB9F-5CA89102AE51}" dt="2026-10-08T05:56:33.320" v="1532" actId="478"/>
          <ac:spMkLst>
            <pc:docMk/>
            <pc:sldMk cId="0" sldId="257"/>
            <ac:spMk id="11" creationId="{13BABEA7-2FB4-4D0E-9CE5-C9EE47AFD26F}"/>
          </ac:spMkLst>
        </pc:spChg>
      </pc:sldChg>
      <pc:sldChg chg="del">
        <pc:chgData name="kousuke yamamoto" userId="516c4d66ab16f868" providerId="LiveId" clId="{D5857573-2C41-4D75-AB9F-5CA89102AE51}" dt="2026-10-06T07:45:46.574" v="1" actId="2696"/>
        <pc:sldMkLst>
          <pc:docMk/>
          <pc:sldMk cId="0" sldId="258"/>
        </pc:sldMkLst>
      </pc:sldChg>
      <pc:sldChg chg="addSp delSp modSp mod">
        <pc:chgData name="kousuke yamamoto" userId="516c4d66ab16f868" providerId="LiveId" clId="{D5857573-2C41-4D75-AB9F-5CA89102AE51}" dt="2026-10-13T07:08:36.769" v="2046" actId="20577"/>
        <pc:sldMkLst>
          <pc:docMk/>
          <pc:sldMk cId="0" sldId="259"/>
        </pc:sldMkLst>
        <pc:spChg chg="del">
          <ac:chgData name="kousuke yamamoto" userId="516c4d66ab16f868" providerId="LiveId" clId="{D5857573-2C41-4D75-AB9F-5CA89102AE51}" dt="2026-10-13T06:48:00.239" v="1651" actId="478"/>
          <ac:spMkLst>
            <pc:docMk/>
            <pc:sldMk cId="0" sldId="259"/>
            <ac:spMk id="2" creationId="{528E3EEC-ED19-44E5-A90C-4BE60A2D4ABD}"/>
          </ac:spMkLst>
        </pc:spChg>
        <pc:spChg chg="mod">
          <ac:chgData name="kousuke yamamoto" userId="516c4d66ab16f868" providerId="LiveId" clId="{D5857573-2C41-4D75-AB9F-5CA89102AE51}" dt="2026-10-13T06:49:15.557" v="1661" actId="14100"/>
          <ac:spMkLst>
            <pc:docMk/>
            <pc:sldMk cId="0" sldId="259"/>
            <ac:spMk id="3" creationId="{8EE8F76E-6904-409A-AC76-C9CCF9F1E885}"/>
          </ac:spMkLst>
        </pc:spChg>
        <pc:spChg chg="add mod">
          <ac:chgData name="kousuke yamamoto" userId="516c4d66ab16f868" providerId="LiveId" clId="{D5857573-2C41-4D75-AB9F-5CA89102AE51}" dt="2026-10-13T07:08:36.769" v="2046" actId="20577"/>
          <ac:spMkLst>
            <pc:docMk/>
            <pc:sldMk cId="0" sldId="259"/>
            <ac:spMk id="4" creationId="{B62C61B4-0D46-450A-B4A8-240B81EB588A}"/>
          </ac:spMkLst>
        </pc:spChg>
        <pc:spChg chg="del mod">
          <ac:chgData name="kousuke yamamoto" userId="516c4d66ab16f868" providerId="LiveId" clId="{D5857573-2C41-4D75-AB9F-5CA89102AE51}" dt="2026-10-13T06:47:57.285" v="1647" actId="478"/>
          <ac:spMkLst>
            <pc:docMk/>
            <pc:sldMk cId="0" sldId="259"/>
            <ac:spMk id="5" creationId="{5F738E8E-6FD1-4FFF-9E24-5B37EDA81C3D}"/>
          </ac:spMkLst>
        </pc:spChg>
        <pc:spChg chg="del">
          <ac:chgData name="kousuke yamamoto" userId="516c4d66ab16f868" providerId="LiveId" clId="{D5857573-2C41-4D75-AB9F-5CA89102AE51}" dt="2026-10-13T06:47:56.618" v="1646" actId="478"/>
          <ac:spMkLst>
            <pc:docMk/>
            <pc:sldMk cId="0" sldId="259"/>
            <ac:spMk id="7" creationId="{29C8E7E2-CABB-411F-8549-701A17FEE2C5}"/>
          </ac:spMkLst>
        </pc:spChg>
        <pc:picChg chg="del">
          <ac:chgData name="kousuke yamamoto" userId="516c4d66ab16f868" providerId="LiveId" clId="{D5857573-2C41-4D75-AB9F-5CA89102AE51}" dt="2026-10-13T06:47:59.238" v="1650" actId="478"/>
          <ac:picMkLst>
            <pc:docMk/>
            <pc:sldMk cId="0" sldId="259"/>
            <ac:picMk id="8" creationId="{C60C3470-23D4-43F0-BC82-8A64EEC90281}"/>
          </ac:picMkLst>
        </pc:picChg>
        <pc:picChg chg="del">
          <ac:chgData name="kousuke yamamoto" userId="516c4d66ab16f868" providerId="LiveId" clId="{D5857573-2C41-4D75-AB9F-5CA89102AE51}" dt="2026-10-13T06:48:01.293" v="1652" actId="478"/>
          <ac:picMkLst>
            <pc:docMk/>
            <pc:sldMk cId="0" sldId="259"/>
            <ac:picMk id="9" creationId="{05B52EF4-83E1-45B0-AA9E-EBBCD65FBCE7}"/>
          </ac:picMkLst>
        </pc:picChg>
        <pc:picChg chg="del mod">
          <ac:chgData name="kousuke yamamoto" userId="516c4d66ab16f868" providerId="LiveId" clId="{D5857573-2C41-4D75-AB9F-5CA89102AE51}" dt="2026-10-13T06:47:58.703" v="1649" actId="478"/>
          <ac:picMkLst>
            <pc:docMk/>
            <pc:sldMk cId="0" sldId="259"/>
            <ac:picMk id="12" creationId="{77A588C8-9C41-42FC-AC42-0CA488F60093}"/>
          </ac:picMkLst>
        </pc:picChg>
      </pc:sldChg>
      <pc:sldChg chg="del">
        <pc:chgData name="kousuke yamamoto" userId="516c4d66ab16f868" providerId="LiveId" clId="{D5857573-2C41-4D75-AB9F-5CA89102AE51}" dt="2026-10-13T06:48:05.461" v="1653" actId="2696"/>
        <pc:sldMkLst>
          <pc:docMk/>
          <pc:sldMk cId="0" sldId="261"/>
        </pc:sldMkLst>
      </pc:sldChg>
      <pc:sldChg chg="del">
        <pc:chgData name="kousuke yamamoto" userId="516c4d66ab16f868" providerId="LiveId" clId="{D5857573-2C41-4D75-AB9F-5CA89102AE51}" dt="2026-10-06T07:46:11.048" v="7" actId="2696"/>
        <pc:sldMkLst>
          <pc:docMk/>
          <pc:sldMk cId="0" sldId="263"/>
        </pc:sldMkLst>
      </pc:sldChg>
      <pc:sldChg chg="delSp modSp mod">
        <pc:chgData name="kousuke yamamoto" userId="516c4d66ab16f868" providerId="LiveId" clId="{D5857573-2C41-4D75-AB9F-5CA89102AE51}" dt="2026-10-13T06:47:15.465" v="1645" actId="20577"/>
        <pc:sldMkLst>
          <pc:docMk/>
          <pc:sldMk cId="3622600241" sldId="264"/>
        </pc:sldMkLst>
        <pc:spChg chg="mod">
          <ac:chgData name="kousuke yamamoto" userId="516c4d66ab16f868" providerId="LiveId" clId="{D5857573-2C41-4D75-AB9F-5CA89102AE51}" dt="2026-10-13T06:47:15.465" v="1645" actId="20577"/>
          <ac:spMkLst>
            <pc:docMk/>
            <pc:sldMk cId="3622600241" sldId="264"/>
            <ac:spMk id="3" creationId="{3C9E4263-8370-4EC0-B987-B59700E54FA7}"/>
          </ac:spMkLst>
        </pc:spChg>
        <pc:spChg chg="del">
          <ac:chgData name="kousuke yamamoto" userId="516c4d66ab16f868" providerId="LiveId" clId="{D5857573-2C41-4D75-AB9F-5CA89102AE51}" dt="2026-10-06T07:46:29.165" v="42" actId="478"/>
          <ac:spMkLst>
            <pc:docMk/>
            <pc:sldMk cId="3622600241" sldId="264"/>
            <ac:spMk id="5" creationId="{7BD15FD0-936A-427E-B92E-3358E9AE87D9}"/>
          </ac:spMkLst>
        </pc:spChg>
      </pc:sldChg>
      <pc:sldChg chg="del">
        <pc:chgData name="kousuke yamamoto" userId="516c4d66ab16f868" providerId="LiveId" clId="{D5857573-2C41-4D75-AB9F-5CA89102AE51}" dt="2026-10-06T07:45:57.835" v="3" actId="2696"/>
        <pc:sldMkLst>
          <pc:docMk/>
          <pc:sldMk cId="2167679312" sldId="266"/>
        </pc:sldMkLst>
      </pc:sldChg>
      <pc:sldChg chg="del">
        <pc:chgData name="kousuke yamamoto" userId="516c4d66ab16f868" providerId="LiveId" clId="{D5857573-2C41-4D75-AB9F-5CA89102AE51}" dt="2026-10-06T07:46:00.031" v="4" actId="2696"/>
        <pc:sldMkLst>
          <pc:docMk/>
          <pc:sldMk cId="4047880640" sldId="267"/>
        </pc:sldMkLst>
      </pc:sldChg>
      <pc:sldChg chg="del">
        <pc:chgData name="kousuke yamamoto" userId="516c4d66ab16f868" providerId="LiveId" clId="{D5857573-2C41-4D75-AB9F-5CA89102AE51}" dt="2026-10-07T05:57:32.275" v="477" actId="2696"/>
        <pc:sldMkLst>
          <pc:docMk/>
          <pc:sldMk cId="1417576500" sldId="268"/>
        </pc:sldMkLst>
      </pc:sldChg>
      <pc:sldChg chg="del">
        <pc:chgData name="kousuke yamamoto" userId="516c4d66ab16f868" providerId="LiveId" clId="{D5857573-2C41-4D75-AB9F-5CA89102AE51}" dt="2026-10-06T07:45:55.120" v="2" actId="2696"/>
        <pc:sldMkLst>
          <pc:docMk/>
          <pc:sldMk cId="2589915879" sldId="271"/>
        </pc:sldMkLst>
      </pc:sldChg>
      <pc:sldChg chg="del">
        <pc:chgData name="kousuke yamamoto" userId="516c4d66ab16f868" providerId="LiveId" clId="{D5857573-2C41-4D75-AB9F-5CA89102AE51}" dt="2026-10-13T06:45:01.099" v="1636" actId="2696"/>
        <pc:sldMkLst>
          <pc:docMk/>
          <pc:sldMk cId="3929329428" sldId="273"/>
        </pc:sldMkLst>
      </pc:sldChg>
      <pc:sldChg chg="del">
        <pc:chgData name="kousuke yamamoto" userId="516c4d66ab16f868" providerId="LiveId" clId="{D5857573-2C41-4D75-AB9F-5CA89102AE51}" dt="2026-10-06T07:46:02.571" v="5" actId="2696"/>
        <pc:sldMkLst>
          <pc:docMk/>
          <pc:sldMk cId="4151086904" sldId="274"/>
        </pc:sldMkLst>
      </pc:sldChg>
      <pc:sldChg chg="del">
        <pc:chgData name="kousuke yamamoto" userId="516c4d66ab16f868" providerId="LiveId" clId="{D5857573-2C41-4D75-AB9F-5CA89102AE51}" dt="2026-10-06T07:45:44.808" v="0" actId="2696"/>
        <pc:sldMkLst>
          <pc:docMk/>
          <pc:sldMk cId="1368519107" sldId="275"/>
        </pc:sldMkLst>
      </pc:sldChg>
      <pc:sldChg chg="del">
        <pc:chgData name="kousuke yamamoto" userId="516c4d66ab16f868" providerId="LiveId" clId="{D5857573-2C41-4D75-AB9F-5CA89102AE51}" dt="2026-10-07T05:57:35.849" v="478" actId="2696"/>
        <pc:sldMkLst>
          <pc:docMk/>
          <pc:sldMk cId="2174802983" sldId="276"/>
        </pc:sldMkLst>
      </pc:sldChg>
      <pc:sldChg chg="del">
        <pc:chgData name="kousuke yamamoto" userId="516c4d66ab16f868" providerId="LiveId" clId="{D5857573-2C41-4D75-AB9F-5CA89102AE51}" dt="2026-10-06T07:46:04.341" v="6" actId="2696"/>
        <pc:sldMkLst>
          <pc:docMk/>
          <pc:sldMk cId="3007763323" sldId="277"/>
        </pc:sldMkLst>
      </pc:sldChg>
      <pc:sldChg chg="add del">
        <pc:chgData name="kousuke yamamoto" userId="516c4d66ab16f868" providerId="LiveId" clId="{D5857573-2C41-4D75-AB9F-5CA89102AE51}" dt="2026-10-13T07:35:17.333" v="2311" actId="2696"/>
        <pc:sldMkLst>
          <pc:docMk/>
          <pc:sldMk cId="1752989940" sldId="278"/>
        </pc:sldMkLst>
      </pc:sldChg>
      <pc:sldChg chg="addSp modSp new mod">
        <pc:chgData name="kousuke yamamoto" userId="516c4d66ab16f868" providerId="LiveId" clId="{D5857573-2C41-4D75-AB9F-5CA89102AE51}" dt="2026-10-13T07:33:01.076" v="2293" actId="2711"/>
        <pc:sldMkLst>
          <pc:docMk/>
          <pc:sldMk cId="919960110" sldId="279"/>
        </pc:sldMkLst>
        <pc:spChg chg="add mod">
          <ac:chgData name="kousuke yamamoto" userId="516c4d66ab16f868" providerId="LiveId" clId="{D5857573-2C41-4D75-AB9F-5CA89102AE51}" dt="2026-10-13T07:32:47.827" v="2291" actId="2711"/>
          <ac:spMkLst>
            <pc:docMk/>
            <pc:sldMk cId="919960110" sldId="279"/>
            <ac:spMk id="2" creationId="{BF3D83FA-1539-4F05-B445-0C144A637B7C}"/>
          </ac:spMkLst>
        </pc:spChg>
        <pc:spChg chg="add mod">
          <ac:chgData name="kousuke yamamoto" userId="516c4d66ab16f868" providerId="LiveId" clId="{D5857573-2C41-4D75-AB9F-5CA89102AE51}" dt="2026-10-13T07:33:01.076" v="2293" actId="2711"/>
          <ac:spMkLst>
            <pc:docMk/>
            <pc:sldMk cId="919960110" sldId="279"/>
            <ac:spMk id="3" creationId="{C47421D0-B445-49D8-9C9B-18E696574949}"/>
          </ac:spMkLst>
        </pc:spChg>
        <pc:spChg chg="add mod">
          <ac:chgData name="kousuke yamamoto" userId="516c4d66ab16f868" providerId="LiveId" clId="{D5857573-2C41-4D75-AB9F-5CA89102AE51}" dt="2026-10-13T07:32:54.980" v="2292" actId="2711"/>
          <ac:spMkLst>
            <pc:docMk/>
            <pc:sldMk cId="919960110" sldId="279"/>
            <ac:spMk id="4" creationId="{9C85CDB3-11E3-4582-BCED-667AE07A3A0D}"/>
          </ac:spMkLst>
        </pc:spChg>
        <pc:spChg chg="add mod">
          <ac:chgData name="kousuke yamamoto" userId="516c4d66ab16f868" providerId="LiveId" clId="{D5857573-2C41-4D75-AB9F-5CA89102AE51}" dt="2026-10-07T05:53:57.650" v="447" actId="14100"/>
          <ac:spMkLst>
            <pc:docMk/>
            <pc:sldMk cId="919960110" sldId="279"/>
            <ac:spMk id="5" creationId="{9FF7FB84-B30C-43E4-B6AC-37C381E93622}"/>
          </ac:spMkLst>
        </pc:spChg>
        <pc:spChg chg="add mod">
          <ac:chgData name="kousuke yamamoto" userId="516c4d66ab16f868" providerId="LiveId" clId="{D5857573-2C41-4D75-AB9F-5CA89102AE51}" dt="2026-10-07T05:56:02.300" v="464" actId="208"/>
          <ac:spMkLst>
            <pc:docMk/>
            <pc:sldMk cId="919960110" sldId="279"/>
            <ac:spMk id="6" creationId="{3EF9EED5-7E2D-44F9-A550-3AB338DE4D35}"/>
          </ac:spMkLst>
        </pc:spChg>
        <pc:spChg chg="add mod">
          <ac:chgData name="kousuke yamamoto" userId="516c4d66ab16f868" providerId="LiveId" clId="{D5857573-2C41-4D75-AB9F-5CA89102AE51}" dt="2026-10-13T07:31:44.486" v="2290" actId="113"/>
          <ac:spMkLst>
            <pc:docMk/>
            <pc:sldMk cId="919960110" sldId="279"/>
            <ac:spMk id="7" creationId="{6E5B084D-CC9F-4695-B978-D9337D736B34}"/>
          </ac:spMkLst>
        </pc:spChg>
      </pc:sldChg>
      <pc:sldChg chg="addSp delSp modSp new del mod ord">
        <pc:chgData name="kousuke yamamoto" userId="516c4d66ab16f868" providerId="LiveId" clId="{D5857573-2C41-4D75-AB9F-5CA89102AE51}" dt="2026-10-13T07:07:57.135" v="2045" actId="2696"/>
        <pc:sldMkLst>
          <pc:docMk/>
          <pc:sldMk cId="1052657188" sldId="280"/>
        </pc:sldMkLst>
        <pc:spChg chg="add mod">
          <ac:chgData name="kousuke yamamoto" userId="516c4d66ab16f868" providerId="LiveId" clId="{D5857573-2C41-4D75-AB9F-5CA89102AE51}" dt="2026-10-07T05:16:08.201" v="199" actId="1076"/>
          <ac:spMkLst>
            <pc:docMk/>
            <pc:sldMk cId="1052657188" sldId="280"/>
            <ac:spMk id="2" creationId="{B2FC1149-7A59-4FE9-B11D-F12ABE9B4EFE}"/>
          </ac:spMkLst>
        </pc:spChg>
        <pc:spChg chg="add mod">
          <ac:chgData name="kousuke yamamoto" userId="516c4d66ab16f868" providerId="LiveId" clId="{D5857573-2C41-4D75-AB9F-5CA89102AE51}" dt="2026-10-07T05:16:11.986" v="201" actId="1076"/>
          <ac:spMkLst>
            <pc:docMk/>
            <pc:sldMk cId="1052657188" sldId="280"/>
            <ac:spMk id="3" creationId="{2373505A-EE41-4321-9F69-FB30EFB7A053}"/>
          </ac:spMkLst>
        </pc:spChg>
        <pc:spChg chg="add mod">
          <ac:chgData name="kousuke yamamoto" userId="516c4d66ab16f868" providerId="LiveId" clId="{D5857573-2C41-4D75-AB9F-5CA89102AE51}" dt="2026-10-07T05:16:05.041" v="197" actId="1076"/>
          <ac:spMkLst>
            <pc:docMk/>
            <pc:sldMk cId="1052657188" sldId="280"/>
            <ac:spMk id="4" creationId="{CFB89082-A4EA-45D2-A362-769DB0B5B6BB}"/>
          </ac:spMkLst>
        </pc:spChg>
        <pc:spChg chg="add mod">
          <ac:chgData name="kousuke yamamoto" userId="516c4d66ab16f868" providerId="LiveId" clId="{D5857573-2C41-4D75-AB9F-5CA89102AE51}" dt="2026-10-07T05:16:15.171" v="203" actId="1076"/>
          <ac:spMkLst>
            <pc:docMk/>
            <pc:sldMk cId="1052657188" sldId="280"/>
            <ac:spMk id="5" creationId="{065A4485-D696-4283-B903-32B04CC9C478}"/>
          </ac:spMkLst>
        </pc:spChg>
        <pc:spChg chg="add mod">
          <ac:chgData name="kousuke yamamoto" userId="516c4d66ab16f868" providerId="LiveId" clId="{D5857573-2C41-4D75-AB9F-5CA89102AE51}" dt="2026-10-07T05:16:27.403" v="210" actId="1076"/>
          <ac:spMkLst>
            <pc:docMk/>
            <pc:sldMk cId="1052657188" sldId="280"/>
            <ac:spMk id="6" creationId="{36ECD351-79D8-477C-9911-D8A58679F708}"/>
          </ac:spMkLst>
        </pc:spChg>
        <pc:spChg chg="add mod">
          <ac:chgData name="kousuke yamamoto" userId="516c4d66ab16f868" providerId="LiveId" clId="{D5857573-2C41-4D75-AB9F-5CA89102AE51}" dt="2026-10-07T05:16:06.651" v="198" actId="1076"/>
          <ac:spMkLst>
            <pc:docMk/>
            <pc:sldMk cId="1052657188" sldId="280"/>
            <ac:spMk id="7" creationId="{1276B494-8EF1-4645-B573-0838DF034EAB}"/>
          </ac:spMkLst>
        </pc:spChg>
        <pc:spChg chg="add mod">
          <ac:chgData name="kousuke yamamoto" userId="516c4d66ab16f868" providerId="LiveId" clId="{D5857573-2C41-4D75-AB9F-5CA89102AE51}" dt="2026-10-07T05:15:59.369" v="195" actId="1076"/>
          <ac:spMkLst>
            <pc:docMk/>
            <pc:sldMk cId="1052657188" sldId="280"/>
            <ac:spMk id="8" creationId="{B887D46A-52F5-4D81-9995-C12C4DD18C36}"/>
          </ac:spMkLst>
        </pc:spChg>
        <pc:spChg chg="add mod">
          <ac:chgData name="kousuke yamamoto" userId="516c4d66ab16f868" providerId="LiveId" clId="{D5857573-2C41-4D75-AB9F-5CA89102AE51}" dt="2026-10-07T05:16:20.899" v="207" actId="1076"/>
          <ac:spMkLst>
            <pc:docMk/>
            <pc:sldMk cId="1052657188" sldId="280"/>
            <ac:spMk id="9" creationId="{11D8B256-FCA6-420F-A37A-CB93A18C686F}"/>
          </ac:spMkLst>
        </pc:spChg>
        <pc:spChg chg="add mod">
          <ac:chgData name="kousuke yamamoto" userId="516c4d66ab16f868" providerId="LiveId" clId="{D5857573-2C41-4D75-AB9F-5CA89102AE51}" dt="2026-10-07T05:16:16.515" v="204" actId="1076"/>
          <ac:spMkLst>
            <pc:docMk/>
            <pc:sldMk cId="1052657188" sldId="280"/>
            <ac:spMk id="10" creationId="{4D213F70-2F9D-4F46-B6EC-A37973F7CBD5}"/>
          </ac:spMkLst>
        </pc:spChg>
        <pc:spChg chg="add mod">
          <ac:chgData name="kousuke yamamoto" userId="516c4d66ab16f868" providerId="LiveId" clId="{D5857573-2C41-4D75-AB9F-5CA89102AE51}" dt="2026-10-07T05:16:02.970" v="196" actId="1076"/>
          <ac:spMkLst>
            <pc:docMk/>
            <pc:sldMk cId="1052657188" sldId="280"/>
            <ac:spMk id="11" creationId="{CC3BC033-7AD4-46D2-B96B-E5DB4A7F7329}"/>
          </ac:spMkLst>
        </pc:spChg>
        <pc:spChg chg="add mod">
          <ac:chgData name="kousuke yamamoto" userId="516c4d66ab16f868" providerId="LiveId" clId="{D5857573-2C41-4D75-AB9F-5CA89102AE51}" dt="2026-10-07T05:16:13.594" v="202" actId="1076"/>
          <ac:spMkLst>
            <pc:docMk/>
            <pc:sldMk cId="1052657188" sldId="280"/>
            <ac:spMk id="12" creationId="{F4EC8B18-7BD3-4FAF-AF4F-AC242269E04F}"/>
          </ac:spMkLst>
        </pc:spChg>
        <pc:spChg chg="add mod">
          <ac:chgData name="kousuke yamamoto" userId="516c4d66ab16f868" providerId="LiveId" clId="{D5857573-2C41-4D75-AB9F-5CA89102AE51}" dt="2026-10-07T05:16:22.881" v="208" actId="1076"/>
          <ac:spMkLst>
            <pc:docMk/>
            <pc:sldMk cId="1052657188" sldId="280"/>
            <ac:spMk id="13" creationId="{5B769432-1C2D-435D-8972-7A04AFB36472}"/>
          </ac:spMkLst>
        </pc:spChg>
        <pc:spChg chg="add mod">
          <ac:chgData name="kousuke yamamoto" userId="516c4d66ab16f868" providerId="LiveId" clId="{D5857573-2C41-4D75-AB9F-5CA89102AE51}" dt="2026-10-07T05:16:25.690" v="209" actId="1076"/>
          <ac:spMkLst>
            <pc:docMk/>
            <pc:sldMk cId="1052657188" sldId="280"/>
            <ac:spMk id="14" creationId="{46E7785E-C40D-402E-A4E6-0A214E9E65C5}"/>
          </ac:spMkLst>
        </pc:spChg>
        <pc:spChg chg="add mod">
          <ac:chgData name="kousuke yamamoto" userId="516c4d66ab16f868" providerId="LiveId" clId="{D5857573-2C41-4D75-AB9F-5CA89102AE51}" dt="2026-10-07T05:16:18.155" v="205" actId="1076"/>
          <ac:spMkLst>
            <pc:docMk/>
            <pc:sldMk cId="1052657188" sldId="280"/>
            <ac:spMk id="15" creationId="{5EDC8A07-DC2F-49ED-8A3D-EB962195CA92}"/>
          </ac:spMkLst>
        </pc:spChg>
        <pc:spChg chg="add mod">
          <ac:chgData name="kousuke yamamoto" userId="516c4d66ab16f868" providerId="LiveId" clId="{D5857573-2C41-4D75-AB9F-5CA89102AE51}" dt="2026-10-07T05:16:10.194" v="200" actId="1076"/>
          <ac:spMkLst>
            <pc:docMk/>
            <pc:sldMk cId="1052657188" sldId="280"/>
            <ac:spMk id="16" creationId="{432EBCC8-B63E-416F-9E3B-B23423C1E5B3}"/>
          </ac:spMkLst>
        </pc:spChg>
        <pc:spChg chg="add del mod">
          <ac:chgData name="kousuke yamamoto" userId="516c4d66ab16f868" providerId="LiveId" clId="{D5857573-2C41-4D75-AB9F-5CA89102AE51}" dt="2026-10-07T04:43:49.362" v="68" actId="478"/>
          <ac:spMkLst>
            <pc:docMk/>
            <pc:sldMk cId="1052657188" sldId="280"/>
            <ac:spMk id="17" creationId="{45A8AD5D-1187-4B51-8784-9B9DC7ED2513}"/>
          </ac:spMkLst>
        </pc:spChg>
        <pc:spChg chg="add mod">
          <ac:chgData name="kousuke yamamoto" userId="516c4d66ab16f868" providerId="LiveId" clId="{D5857573-2C41-4D75-AB9F-5CA89102AE51}" dt="2026-10-07T05:39:18.915" v="364" actId="14100"/>
          <ac:spMkLst>
            <pc:docMk/>
            <pc:sldMk cId="1052657188" sldId="280"/>
            <ac:spMk id="29" creationId="{BBA72A92-9735-4E30-A84C-A21F8EE0712B}"/>
          </ac:spMkLst>
        </pc:spChg>
        <pc:spChg chg="add mod">
          <ac:chgData name="kousuke yamamoto" userId="516c4d66ab16f868" providerId="LiveId" clId="{D5857573-2C41-4D75-AB9F-5CA89102AE51}" dt="2026-10-07T05:56:46.274" v="476" actId="14100"/>
          <ac:spMkLst>
            <pc:docMk/>
            <pc:sldMk cId="1052657188" sldId="280"/>
            <ac:spMk id="30" creationId="{BB3F4799-2310-4452-96E6-CB79CCE99F18}"/>
          </ac:spMkLst>
        </pc:spChg>
        <pc:spChg chg="add mod">
          <ac:chgData name="kousuke yamamoto" userId="516c4d66ab16f868" providerId="LiveId" clId="{D5857573-2C41-4D75-AB9F-5CA89102AE51}" dt="2026-10-07T05:35:53.721" v="340" actId="1076"/>
          <ac:spMkLst>
            <pc:docMk/>
            <pc:sldMk cId="1052657188" sldId="280"/>
            <ac:spMk id="31" creationId="{24615237-2BC6-419A-A5F1-BE6B0F05DD15}"/>
          </ac:spMkLst>
        </pc:spChg>
        <pc:spChg chg="add mod">
          <ac:chgData name="kousuke yamamoto" userId="516c4d66ab16f868" providerId="LiveId" clId="{D5857573-2C41-4D75-AB9F-5CA89102AE51}" dt="2026-10-07T05:38:41.330" v="356" actId="14100"/>
          <ac:spMkLst>
            <pc:docMk/>
            <pc:sldMk cId="1052657188" sldId="280"/>
            <ac:spMk id="32" creationId="{A744D7B0-C499-4C30-B5E0-DBB63874843F}"/>
          </ac:spMkLst>
        </pc:spChg>
        <pc:spChg chg="add mod">
          <ac:chgData name="kousuke yamamoto" userId="516c4d66ab16f868" providerId="LiveId" clId="{D5857573-2C41-4D75-AB9F-5CA89102AE51}" dt="2026-10-07T05:32:57.306" v="322" actId="14100"/>
          <ac:spMkLst>
            <pc:docMk/>
            <pc:sldMk cId="1052657188" sldId="280"/>
            <ac:spMk id="33" creationId="{73E9A9B1-9043-4A93-8094-6D23E06F18AA}"/>
          </ac:spMkLst>
        </pc:spChg>
        <pc:spChg chg="add mod">
          <ac:chgData name="kousuke yamamoto" userId="516c4d66ab16f868" providerId="LiveId" clId="{D5857573-2C41-4D75-AB9F-5CA89102AE51}" dt="2026-10-07T05:39:02.665" v="359" actId="14100"/>
          <ac:spMkLst>
            <pc:docMk/>
            <pc:sldMk cId="1052657188" sldId="280"/>
            <ac:spMk id="34" creationId="{D8894E93-F099-4FA9-B80C-C537672E01AF}"/>
          </ac:spMkLst>
        </pc:spChg>
        <pc:spChg chg="add del mod">
          <ac:chgData name="kousuke yamamoto" userId="516c4d66ab16f868" providerId="LiveId" clId="{D5857573-2C41-4D75-AB9F-5CA89102AE51}" dt="2026-10-07T05:14:20.516" v="183" actId="478"/>
          <ac:spMkLst>
            <pc:docMk/>
            <pc:sldMk cId="1052657188" sldId="280"/>
            <ac:spMk id="35" creationId="{D03EB042-ACCA-4716-B030-67F430993771}"/>
          </ac:spMkLst>
        </pc:spChg>
        <pc:spChg chg="add mod">
          <ac:chgData name="kousuke yamamoto" userId="516c4d66ab16f868" providerId="LiveId" clId="{D5857573-2C41-4D75-AB9F-5CA89102AE51}" dt="2026-10-07T05:39:16.218" v="363" actId="1076"/>
          <ac:spMkLst>
            <pc:docMk/>
            <pc:sldMk cId="1052657188" sldId="280"/>
            <ac:spMk id="36" creationId="{8B149464-931B-474D-91C3-259DE66DE1CE}"/>
          </ac:spMkLst>
        </pc:spChg>
        <pc:spChg chg="add mod">
          <ac:chgData name="kousuke yamamoto" userId="516c4d66ab16f868" providerId="LiveId" clId="{D5857573-2C41-4D75-AB9F-5CA89102AE51}" dt="2026-10-07T05:16:39.378" v="218" actId="1076"/>
          <ac:spMkLst>
            <pc:docMk/>
            <pc:sldMk cId="1052657188" sldId="280"/>
            <ac:spMk id="37" creationId="{09F9DEB2-FC63-48B0-81C3-D8F94E48120D}"/>
          </ac:spMkLst>
        </pc:spChg>
        <pc:spChg chg="add mod">
          <ac:chgData name="kousuke yamamoto" userId="516c4d66ab16f868" providerId="LiveId" clId="{D5857573-2C41-4D75-AB9F-5CA89102AE51}" dt="2026-10-07T05:16:37.466" v="217" actId="1076"/>
          <ac:spMkLst>
            <pc:docMk/>
            <pc:sldMk cId="1052657188" sldId="280"/>
            <ac:spMk id="38" creationId="{D3D3B249-ADBE-422C-B027-68D10BBC6FCE}"/>
          </ac:spMkLst>
        </pc:spChg>
        <pc:spChg chg="add mod">
          <ac:chgData name="kousuke yamamoto" userId="516c4d66ab16f868" providerId="LiveId" clId="{D5857573-2C41-4D75-AB9F-5CA89102AE51}" dt="2026-10-07T05:16:35.818" v="216" actId="1076"/>
          <ac:spMkLst>
            <pc:docMk/>
            <pc:sldMk cId="1052657188" sldId="280"/>
            <ac:spMk id="39" creationId="{EB032937-15FA-41CF-8750-D2D3A36655C7}"/>
          </ac:spMkLst>
        </pc:spChg>
        <pc:spChg chg="add mod">
          <ac:chgData name="kousuke yamamoto" userId="516c4d66ab16f868" providerId="LiveId" clId="{D5857573-2C41-4D75-AB9F-5CA89102AE51}" dt="2026-10-07T05:16:33.643" v="215" actId="1076"/>
          <ac:spMkLst>
            <pc:docMk/>
            <pc:sldMk cId="1052657188" sldId="280"/>
            <ac:spMk id="40" creationId="{18EFA471-7F47-4712-B4E7-F9DCA0018244}"/>
          </ac:spMkLst>
        </pc:spChg>
        <pc:spChg chg="add mod">
          <ac:chgData name="kousuke yamamoto" userId="516c4d66ab16f868" providerId="LiveId" clId="{D5857573-2C41-4D75-AB9F-5CA89102AE51}" dt="2026-10-07T05:16:51.801" v="231" actId="1076"/>
          <ac:spMkLst>
            <pc:docMk/>
            <pc:sldMk cId="1052657188" sldId="280"/>
            <ac:spMk id="41" creationId="{27B5AF6A-B720-4A15-BD96-3B2AB1BFA765}"/>
          </ac:spMkLst>
        </pc:spChg>
        <pc:spChg chg="add mod">
          <ac:chgData name="kousuke yamamoto" userId="516c4d66ab16f868" providerId="LiveId" clId="{D5857573-2C41-4D75-AB9F-5CA89102AE51}" dt="2026-10-07T05:16:50.594" v="230" actId="1076"/>
          <ac:spMkLst>
            <pc:docMk/>
            <pc:sldMk cId="1052657188" sldId="280"/>
            <ac:spMk id="42" creationId="{28866596-4847-4AAB-A3D3-97168D8FBAAA}"/>
          </ac:spMkLst>
        </pc:spChg>
        <pc:spChg chg="add mod">
          <ac:chgData name="kousuke yamamoto" userId="516c4d66ab16f868" providerId="LiveId" clId="{D5857573-2C41-4D75-AB9F-5CA89102AE51}" dt="2026-10-07T05:16:53.570" v="232" actId="1076"/>
          <ac:spMkLst>
            <pc:docMk/>
            <pc:sldMk cId="1052657188" sldId="280"/>
            <ac:spMk id="43" creationId="{DA648A99-006F-4AE3-826A-44E96410B1D6}"/>
          </ac:spMkLst>
        </pc:spChg>
        <pc:spChg chg="add mod">
          <ac:chgData name="kousuke yamamoto" userId="516c4d66ab16f868" providerId="LiveId" clId="{D5857573-2C41-4D75-AB9F-5CA89102AE51}" dt="2026-10-07T05:16:49.234" v="229" actId="1076"/>
          <ac:spMkLst>
            <pc:docMk/>
            <pc:sldMk cId="1052657188" sldId="280"/>
            <ac:spMk id="44" creationId="{79338979-1CA2-428B-87CA-C244969483C4}"/>
          </ac:spMkLst>
        </pc:spChg>
        <pc:spChg chg="add mod">
          <ac:chgData name="kousuke yamamoto" userId="516c4d66ab16f868" providerId="LiveId" clId="{D5857573-2C41-4D75-AB9F-5CA89102AE51}" dt="2026-10-07T05:16:47.524" v="228" actId="1076"/>
          <ac:spMkLst>
            <pc:docMk/>
            <pc:sldMk cId="1052657188" sldId="280"/>
            <ac:spMk id="45" creationId="{961FDBE3-C004-40EC-9C48-8FC3D133FB0D}"/>
          </ac:spMkLst>
        </pc:spChg>
        <pc:spChg chg="add mod">
          <ac:chgData name="kousuke yamamoto" userId="516c4d66ab16f868" providerId="LiveId" clId="{D5857573-2C41-4D75-AB9F-5CA89102AE51}" dt="2026-10-07T05:16:46.186" v="227" actId="1076"/>
          <ac:spMkLst>
            <pc:docMk/>
            <pc:sldMk cId="1052657188" sldId="280"/>
            <ac:spMk id="46" creationId="{DE90BADF-4B06-44E9-BA54-FBC5F847C721}"/>
          </ac:spMkLst>
        </pc:spChg>
        <pc:spChg chg="add mod">
          <ac:chgData name="kousuke yamamoto" userId="516c4d66ab16f868" providerId="LiveId" clId="{D5857573-2C41-4D75-AB9F-5CA89102AE51}" dt="2026-10-07T05:16:44.814" v="226" actId="1076"/>
          <ac:spMkLst>
            <pc:docMk/>
            <pc:sldMk cId="1052657188" sldId="280"/>
            <ac:spMk id="47" creationId="{81D19150-5041-4D06-9CEC-CE0960BB50E9}"/>
          </ac:spMkLst>
        </pc:spChg>
        <pc:spChg chg="add mod">
          <ac:chgData name="kousuke yamamoto" userId="516c4d66ab16f868" providerId="LiveId" clId="{D5857573-2C41-4D75-AB9F-5CA89102AE51}" dt="2026-10-07T05:39:11.442" v="362" actId="1076"/>
          <ac:spMkLst>
            <pc:docMk/>
            <pc:sldMk cId="1052657188" sldId="280"/>
            <ac:spMk id="48" creationId="{14A25E24-1930-4643-998D-EC398FF2BF9F}"/>
          </ac:spMkLst>
        </pc:spChg>
        <pc:spChg chg="add mod">
          <ac:chgData name="kousuke yamamoto" userId="516c4d66ab16f868" providerId="LiveId" clId="{D5857573-2C41-4D75-AB9F-5CA89102AE51}" dt="2026-10-07T05:39:09.522" v="361" actId="1076"/>
          <ac:spMkLst>
            <pc:docMk/>
            <pc:sldMk cId="1052657188" sldId="280"/>
            <ac:spMk id="49" creationId="{571FC337-D6B5-4668-80BA-0C254717675A}"/>
          </ac:spMkLst>
        </pc:spChg>
        <pc:spChg chg="add del mod">
          <ac:chgData name="kousuke yamamoto" userId="516c4d66ab16f868" providerId="LiveId" clId="{D5857573-2C41-4D75-AB9F-5CA89102AE51}" dt="2026-10-07T05:38:33.221" v="354" actId="478"/>
          <ac:spMkLst>
            <pc:docMk/>
            <pc:sldMk cId="1052657188" sldId="280"/>
            <ac:spMk id="50" creationId="{D23526A9-31B0-4C77-AFEC-169605C71A45}"/>
          </ac:spMkLst>
        </pc:spChg>
        <pc:spChg chg="add del mod">
          <ac:chgData name="kousuke yamamoto" userId="516c4d66ab16f868" providerId="LiveId" clId="{D5857573-2C41-4D75-AB9F-5CA89102AE51}" dt="2026-10-07T05:18:40.806" v="270" actId="478"/>
          <ac:spMkLst>
            <pc:docMk/>
            <pc:sldMk cId="1052657188" sldId="280"/>
            <ac:spMk id="51" creationId="{6689C2A4-7564-46C1-A20F-A1E3426796B0}"/>
          </ac:spMkLst>
        </pc:spChg>
        <pc:spChg chg="add del mod">
          <ac:chgData name="kousuke yamamoto" userId="516c4d66ab16f868" providerId="LiveId" clId="{D5857573-2C41-4D75-AB9F-5CA89102AE51}" dt="2026-10-07T05:32:51.570" v="320" actId="478"/>
          <ac:spMkLst>
            <pc:docMk/>
            <pc:sldMk cId="1052657188" sldId="280"/>
            <ac:spMk id="52" creationId="{4EE80FEF-471C-49E7-9978-DE57C8DD14FA}"/>
          </ac:spMkLst>
        </pc:spChg>
        <pc:spChg chg="add del mod">
          <ac:chgData name="kousuke yamamoto" userId="516c4d66ab16f868" providerId="LiveId" clId="{D5857573-2C41-4D75-AB9F-5CA89102AE51}" dt="2026-10-07T05:35:40.437" v="335" actId="478"/>
          <ac:spMkLst>
            <pc:docMk/>
            <pc:sldMk cId="1052657188" sldId="280"/>
            <ac:spMk id="53" creationId="{E512327E-50A0-41A1-ABD7-D15BDEE120AE}"/>
          </ac:spMkLst>
        </pc:spChg>
        <pc:spChg chg="add mod">
          <ac:chgData name="kousuke yamamoto" userId="516c4d66ab16f868" providerId="LiveId" clId="{D5857573-2C41-4D75-AB9F-5CA89102AE51}" dt="2026-10-07T05:40:40.898" v="397" actId="1076"/>
          <ac:spMkLst>
            <pc:docMk/>
            <pc:sldMk cId="1052657188" sldId="280"/>
            <ac:spMk id="54" creationId="{0373755D-C5EA-46C1-8AD8-23528D92A54F}"/>
          </ac:spMkLst>
        </pc:spChg>
        <pc:spChg chg="add mod">
          <ac:chgData name="kousuke yamamoto" userId="516c4d66ab16f868" providerId="LiveId" clId="{D5857573-2C41-4D75-AB9F-5CA89102AE51}" dt="2026-10-07T05:46:08.347" v="404" actId="14100"/>
          <ac:spMkLst>
            <pc:docMk/>
            <pc:sldMk cId="1052657188" sldId="280"/>
            <ac:spMk id="55" creationId="{1BDAB244-1DE6-4A30-B51C-22BF57ECF632}"/>
          </ac:spMkLst>
        </pc:spChg>
        <pc:spChg chg="add del mod">
          <ac:chgData name="kousuke yamamoto" userId="516c4d66ab16f868" providerId="LiveId" clId="{D5857573-2C41-4D75-AB9F-5CA89102AE51}" dt="2026-10-07T05:51:27.478" v="439" actId="478"/>
          <ac:spMkLst>
            <pc:docMk/>
            <pc:sldMk cId="1052657188" sldId="280"/>
            <ac:spMk id="56" creationId="{08754C1F-62E1-4AF4-871E-5CCF3E34FEE1}"/>
          </ac:spMkLst>
        </pc:spChg>
        <pc:cxnChg chg="add mod">
          <ac:chgData name="kousuke yamamoto" userId="516c4d66ab16f868" providerId="LiveId" clId="{D5857573-2C41-4D75-AB9F-5CA89102AE51}" dt="2026-10-07T05:06:14.354" v="77" actId="1076"/>
          <ac:cxnSpMkLst>
            <pc:docMk/>
            <pc:sldMk cId="1052657188" sldId="280"/>
            <ac:cxnSpMk id="19" creationId="{AC89E924-9F7E-41B9-BA10-D864E0FC8D88}"/>
          </ac:cxnSpMkLst>
        </pc:cxnChg>
        <pc:cxnChg chg="add mod">
          <ac:chgData name="kousuke yamamoto" userId="516c4d66ab16f868" providerId="LiveId" clId="{D5857573-2C41-4D75-AB9F-5CA89102AE51}" dt="2026-10-07T05:06:07.195" v="76" actId="1076"/>
          <ac:cxnSpMkLst>
            <pc:docMk/>
            <pc:sldMk cId="1052657188" sldId="280"/>
            <ac:cxnSpMk id="23" creationId="{9166B45F-7E97-400A-970F-69A1CEE729AE}"/>
          </ac:cxnSpMkLst>
        </pc:cxnChg>
        <pc:cxnChg chg="add mod">
          <ac:chgData name="kousuke yamamoto" userId="516c4d66ab16f868" providerId="LiveId" clId="{D5857573-2C41-4D75-AB9F-5CA89102AE51}" dt="2026-10-07T05:06:34.675" v="84" actId="14100"/>
          <ac:cxnSpMkLst>
            <pc:docMk/>
            <pc:sldMk cId="1052657188" sldId="280"/>
            <ac:cxnSpMk id="24" creationId="{A1312EE3-B9EB-45B8-9B57-AC2192580636}"/>
          </ac:cxnSpMkLst>
        </pc:cxnChg>
        <pc:cxnChg chg="add mod">
          <ac:chgData name="kousuke yamamoto" userId="516c4d66ab16f868" providerId="LiveId" clId="{D5857573-2C41-4D75-AB9F-5CA89102AE51}" dt="2026-10-07T05:06:45.451" v="86" actId="1076"/>
          <ac:cxnSpMkLst>
            <pc:docMk/>
            <pc:sldMk cId="1052657188" sldId="280"/>
            <ac:cxnSpMk id="28" creationId="{E2414651-7F75-4D84-B1E4-E27682E58B7C}"/>
          </ac:cxnSpMkLst>
        </pc:cxnChg>
      </pc:sldChg>
      <pc:sldChg chg="addSp delSp modSp new add del mod ord modAnim">
        <pc:chgData name="kousuke yamamoto" userId="516c4d66ab16f868" providerId="LiveId" clId="{D5857573-2C41-4D75-AB9F-5CA89102AE51}" dt="2026-10-13T07:43:55.768" v="2428" actId="113"/>
        <pc:sldMkLst>
          <pc:docMk/>
          <pc:sldMk cId="332326839" sldId="281"/>
        </pc:sldMkLst>
        <pc:spChg chg="add mod">
          <ac:chgData name="kousuke yamamoto" userId="516c4d66ab16f868" providerId="LiveId" clId="{D5857573-2C41-4D75-AB9F-5CA89102AE51}" dt="2026-10-13T07:41:20.390" v="2391" actId="207"/>
          <ac:spMkLst>
            <pc:docMk/>
            <pc:sldMk cId="332326839" sldId="281"/>
            <ac:spMk id="2" creationId="{D6B1115E-D305-4D46-AB9A-8F11C8AEC40F}"/>
          </ac:spMkLst>
        </pc:spChg>
        <pc:spChg chg="add del mod">
          <ac:chgData name="kousuke yamamoto" userId="516c4d66ab16f868" providerId="LiveId" clId="{D5857573-2C41-4D75-AB9F-5CA89102AE51}" dt="2026-10-07T06:07:04.551" v="563" actId="478"/>
          <ac:spMkLst>
            <pc:docMk/>
            <pc:sldMk cId="332326839" sldId="281"/>
            <ac:spMk id="3" creationId="{282DD71E-1765-4184-A68C-EEAB0AA7D6CB}"/>
          </ac:spMkLst>
        </pc:spChg>
        <pc:spChg chg="add mod">
          <ac:chgData name="kousuke yamamoto" userId="516c4d66ab16f868" providerId="LiveId" clId="{D5857573-2C41-4D75-AB9F-5CA89102AE51}" dt="2026-10-13T07:43:55.768" v="2428" actId="113"/>
          <ac:spMkLst>
            <pc:docMk/>
            <pc:sldMk cId="332326839" sldId="281"/>
            <ac:spMk id="3" creationId="{E52E4B79-EA2F-4BAA-8F50-398E1B341567}"/>
          </ac:spMkLst>
        </pc:spChg>
        <pc:spChg chg="add mod">
          <ac:chgData name="kousuke yamamoto" userId="516c4d66ab16f868" providerId="LiveId" clId="{D5857573-2C41-4D75-AB9F-5CA89102AE51}" dt="2026-10-13T07:42:04.381" v="2403" actId="14100"/>
          <ac:spMkLst>
            <pc:docMk/>
            <pc:sldMk cId="332326839" sldId="281"/>
            <ac:spMk id="4" creationId="{ABB6810C-D744-463C-846F-5B175BB502E3}"/>
          </ac:spMkLst>
        </pc:spChg>
        <pc:spChg chg="add del mod">
          <ac:chgData name="kousuke yamamoto" userId="516c4d66ab16f868" providerId="LiveId" clId="{D5857573-2C41-4D75-AB9F-5CA89102AE51}" dt="2026-10-07T06:07:05.259" v="564" actId="478"/>
          <ac:spMkLst>
            <pc:docMk/>
            <pc:sldMk cId="332326839" sldId="281"/>
            <ac:spMk id="4" creationId="{E6E79D95-A308-4045-9D19-1293A208A749}"/>
          </ac:spMkLst>
        </pc:spChg>
        <pc:spChg chg="add del mod">
          <ac:chgData name="kousuke yamamoto" userId="516c4d66ab16f868" providerId="LiveId" clId="{D5857573-2C41-4D75-AB9F-5CA89102AE51}" dt="2026-10-07T06:07:03.256" v="562" actId="478"/>
          <ac:spMkLst>
            <pc:docMk/>
            <pc:sldMk cId="332326839" sldId="281"/>
            <ac:spMk id="5" creationId="{A567B1BD-CB0F-40D1-B984-FBCFE10D84C4}"/>
          </ac:spMkLst>
        </pc:spChg>
        <pc:spChg chg="add del mod">
          <ac:chgData name="kousuke yamamoto" userId="516c4d66ab16f868" providerId="LiveId" clId="{D5857573-2C41-4D75-AB9F-5CA89102AE51}" dt="2026-10-07T06:07:07.139" v="566" actId="478"/>
          <ac:spMkLst>
            <pc:docMk/>
            <pc:sldMk cId="332326839" sldId="281"/>
            <ac:spMk id="6" creationId="{90D1EAF5-6519-45F2-89F5-9716C0FA1D34}"/>
          </ac:spMkLst>
        </pc:spChg>
        <pc:spChg chg="add del mod">
          <ac:chgData name="kousuke yamamoto" userId="516c4d66ab16f868" providerId="LiveId" clId="{D5857573-2C41-4D75-AB9F-5CA89102AE51}" dt="2026-10-07T06:07:06.419" v="565" actId="478"/>
          <ac:spMkLst>
            <pc:docMk/>
            <pc:sldMk cId="332326839" sldId="281"/>
            <ac:spMk id="7" creationId="{96EE1366-B0B4-4860-BCC7-B8CACCC6204C}"/>
          </ac:spMkLst>
        </pc:spChg>
        <pc:spChg chg="add mod">
          <ac:chgData name="kousuke yamamoto" userId="516c4d66ab16f868" providerId="LiveId" clId="{D5857573-2C41-4D75-AB9F-5CA89102AE51}" dt="2026-10-13T07:41:42.443" v="2396" actId="207"/>
          <ac:spMkLst>
            <pc:docMk/>
            <pc:sldMk cId="332326839" sldId="281"/>
            <ac:spMk id="8" creationId="{F176A1D4-4FDF-4A47-ACF2-1ED266931630}"/>
          </ac:spMkLst>
        </pc:spChg>
        <pc:spChg chg="add del mod">
          <ac:chgData name="kousuke yamamoto" userId="516c4d66ab16f868" providerId="LiveId" clId="{D5857573-2C41-4D75-AB9F-5CA89102AE51}" dt="2026-10-13T07:39:46.214" v="2376" actId="478"/>
          <ac:spMkLst>
            <pc:docMk/>
            <pc:sldMk cId="332326839" sldId="281"/>
            <ac:spMk id="9" creationId="{66123DBD-858F-42CD-BA18-EA03A6265CF3}"/>
          </ac:spMkLst>
        </pc:spChg>
        <pc:spChg chg="add del mod">
          <ac:chgData name="kousuke yamamoto" userId="516c4d66ab16f868" providerId="LiveId" clId="{D5857573-2C41-4D75-AB9F-5CA89102AE51}" dt="2026-10-13T07:39:37.499" v="2366" actId="478"/>
          <ac:spMkLst>
            <pc:docMk/>
            <pc:sldMk cId="332326839" sldId="281"/>
            <ac:spMk id="10" creationId="{E88FE659-FD37-45BB-A382-3E92E9355853}"/>
          </ac:spMkLst>
        </pc:spChg>
        <pc:spChg chg="add del mod">
          <ac:chgData name="kousuke yamamoto" userId="516c4d66ab16f868" providerId="LiveId" clId="{D5857573-2C41-4D75-AB9F-5CA89102AE51}" dt="2026-10-13T07:39:35.333" v="2364" actId="478"/>
          <ac:spMkLst>
            <pc:docMk/>
            <pc:sldMk cId="332326839" sldId="281"/>
            <ac:spMk id="11" creationId="{7DF02EA0-B6F8-4A6C-9957-A00D864F36A8}"/>
          </ac:spMkLst>
        </pc:spChg>
        <pc:spChg chg="add del mod">
          <ac:chgData name="kousuke yamamoto" userId="516c4d66ab16f868" providerId="LiveId" clId="{D5857573-2C41-4D75-AB9F-5CA89102AE51}" dt="2026-10-13T07:39:34.264" v="2363" actId="478"/>
          <ac:spMkLst>
            <pc:docMk/>
            <pc:sldMk cId="332326839" sldId="281"/>
            <ac:spMk id="12" creationId="{324B2212-6109-48C6-B020-6F52BF8E4677}"/>
          </ac:spMkLst>
        </pc:spChg>
        <pc:spChg chg="add del mod">
          <ac:chgData name="kousuke yamamoto" userId="516c4d66ab16f868" providerId="LiveId" clId="{D5857573-2C41-4D75-AB9F-5CA89102AE51}" dt="2026-10-13T07:39:43.800" v="2373" actId="478"/>
          <ac:spMkLst>
            <pc:docMk/>
            <pc:sldMk cId="332326839" sldId="281"/>
            <ac:spMk id="13" creationId="{673C9526-63F9-4F46-B507-6AB8933F0C8B}"/>
          </ac:spMkLst>
        </pc:spChg>
        <pc:spChg chg="add del mod">
          <ac:chgData name="kousuke yamamoto" userId="516c4d66ab16f868" providerId="LiveId" clId="{D5857573-2C41-4D75-AB9F-5CA89102AE51}" dt="2026-10-13T07:39:36.514" v="2365" actId="478"/>
          <ac:spMkLst>
            <pc:docMk/>
            <pc:sldMk cId="332326839" sldId="281"/>
            <ac:spMk id="14" creationId="{AAA8DC7F-6EA4-4A4C-BEF5-93339F2C7F43}"/>
          </ac:spMkLst>
        </pc:spChg>
        <pc:spChg chg="add mod">
          <ac:chgData name="kousuke yamamoto" userId="516c4d66ab16f868" providerId="LiveId" clId="{D5857573-2C41-4D75-AB9F-5CA89102AE51}" dt="2026-10-13T07:41:17.112" v="2390" actId="207"/>
          <ac:spMkLst>
            <pc:docMk/>
            <pc:sldMk cId="332326839" sldId="281"/>
            <ac:spMk id="15" creationId="{790E5A46-6D4F-4785-9BD2-C3710EF2D01C}"/>
          </ac:spMkLst>
        </pc:spChg>
        <pc:spChg chg="add del mod">
          <ac:chgData name="kousuke yamamoto" userId="516c4d66ab16f868" providerId="LiveId" clId="{D5857573-2C41-4D75-AB9F-5CA89102AE51}" dt="2026-10-13T07:39:45.292" v="2375" actId="478"/>
          <ac:spMkLst>
            <pc:docMk/>
            <pc:sldMk cId="332326839" sldId="281"/>
            <ac:spMk id="16" creationId="{54E718A8-C194-4C20-BB55-1FDE59670CB8}"/>
          </ac:spMkLst>
        </pc:spChg>
        <pc:spChg chg="add del mod">
          <ac:chgData name="kousuke yamamoto" userId="516c4d66ab16f868" providerId="LiveId" clId="{D5857573-2C41-4D75-AB9F-5CA89102AE51}" dt="2026-10-13T07:40:27.591" v="2385" actId="478"/>
          <ac:spMkLst>
            <pc:docMk/>
            <pc:sldMk cId="332326839" sldId="281"/>
            <ac:spMk id="17" creationId="{90FF442E-8CD0-4054-AA21-54424510B52E}"/>
          </ac:spMkLst>
        </pc:spChg>
        <pc:spChg chg="add del mod">
          <ac:chgData name="kousuke yamamoto" userId="516c4d66ab16f868" providerId="LiveId" clId="{D5857573-2C41-4D75-AB9F-5CA89102AE51}" dt="2026-10-13T07:39:44.485" v="2374" actId="478"/>
          <ac:spMkLst>
            <pc:docMk/>
            <pc:sldMk cId="332326839" sldId="281"/>
            <ac:spMk id="18" creationId="{845A5E4D-DE58-4E0C-A3D0-E279F0219CB5}"/>
          </ac:spMkLst>
        </pc:spChg>
        <pc:spChg chg="add mod">
          <ac:chgData name="kousuke yamamoto" userId="516c4d66ab16f868" providerId="LiveId" clId="{D5857573-2C41-4D75-AB9F-5CA89102AE51}" dt="2026-10-13T07:41:24.176" v="2392" actId="207"/>
          <ac:spMkLst>
            <pc:docMk/>
            <pc:sldMk cId="332326839" sldId="281"/>
            <ac:spMk id="19" creationId="{81933CC8-99D5-4AE5-9B81-4F5565E33C58}"/>
          </ac:spMkLst>
        </pc:spChg>
        <pc:spChg chg="add mod">
          <ac:chgData name="kousuke yamamoto" userId="516c4d66ab16f868" providerId="LiveId" clId="{D5857573-2C41-4D75-AB9F-5CA89102AE51}" dt="2026-10-13T07:41:37.971" v="2395" actId="207"/>
          <ac:spMkLst>
            <pc:docMk/>
            <pc:sldMk cId="332326839" sldId="281"/>
            <ac:spMk id="20" creationId="{E3C0F741-AB12-441B-BE49-6E3573FA328B}"/>
          </ac:spMkLst>
        </pc:spChg>
        <pc:spChg chg="add del mod">
          <ac:chgData name="kousuke yamamoto" userId="516c4d66ab16f868" providerId="LiveId" clId="{D5857573-2C41-4D75-AB9F-5CA89102AE51}" dt="2026-10-13T07:43:34.098" v="2426" actId="478"/>
          <ac:spMkLst>
            <pc:docMk/>
            <pc:sldMk cId="332326839" sldId="281"/>
            <ac:spMk id="21" creationId="{A867E8D4-47EA-4B45-B6B8-DFB9FE680D5E}"/>
          </ac:spMkLst>
        </pc:spChg>
        <pc:spChg chg="add del mod">
          <ac:chgData name="kousuke yamamoto" userId="516c4d66ab16f868" providerId="LiveId" clId="{D5857573-2C41-4D75-AB9F-5CA89102AE51}" dt="2026-10-13T07:43:32.358" v="2425" actId="478"/>
          <ac:spMkLst>
            <pc:docMk/>
            <pc:sldMk cId="332326839" sldId="281"/>
            <ac:spMk id="22" creationId="{D9D6815E-2842-496F-9F85-10875ACA5D9D}"/>
          </ac:spMkLst>
        </pc:spChg>
        <pc:spChg chg="add mod">
          <ac:chgData name="kousuke yamamoto" userId="516c4d66ab16f868" providerId="LiveId" clId="{D5857573-2C41-4D75-AB9F-5CA89102AE51}" dt="2026-10-08T05:37:04.249" v="1335" actId="1076"/>
          <ac:spMkLst>
            <pc:docMk/>
            <pc:sldMk cId="332326839" sldId="281"/>
            <ac:spMk id="23" creationId="{DA7286D5-0334-4C02-B247-FC3DD518A09B}"/>
          </ac:spMkLst>
        </pc:spChg>
        <pc:spChg chg="add mod">
          <ac:chgData name="kousuke yamamoto" userId="516c4d66ab16f868" providerId="LiveId" clId="{D5857573-2C41-4D75-AB9F-5CA89102AE51}" dt="2026-10-13T07:41:46.476" v="2397" actId="207"/>
          <ac:spMkLst>
            <pc:docMk/>
            <pc:sldMk cId="332326839" sldId="281"/>
            <ac:spMk id="24" creationId="{A01A2207-C14C-46CC-8978-57E8A75BAF0C}"/>
          </ac:spMkLst>
        </pc:spChg>
        <pc:spChg chg="add del mod">
          <ac:chgData name="kousuke yamamoto" userId="516c4d66ab16f868" providerId="LiveId" clId="{D5857573-2C41-4D75-AB9F-5CA89102AE51}" dt="2026-10-13T07:39:40.394" v="2368" actId="478"/>
          <ac:spMkLst>
            <pc:docMk/>
            <pc:sldMk cId="332326839" sldId="281"/>
            <ac:spMk id="25" creationId="{B9E2E807-F23B-44B4-81F0-CD4702602729}"/>
          </ac:spMkLst>
        </pc:spChg>
        <pc:spChg chg="add del mod">
          <ac:chgData name="kousuke yamamoto" userId="516c4d66ab16f868" providerId="LiveId" clId="{D5857573-2C41-4D75-AB9F-5CA89102AE51}" dt="2026-10-13T07:39:43.172" v="2372" actId="478"/>
          <ac:spMkLst>
            <pc:docMk/>
            <pc:sldMk cId="332326839" sldId="281"/>
            <ac:spMk id="26" creationId="{6674BA37-8890-4F36-ABA3-0E9DF2D91E47}"/>
          </ac:spMkLst>
        </pc:spChg>
        <pc:spChg chg="add del mod">
          <ac:chgData name="kousuke yamamoto" userId="516c4d66ab16f868" providerId="LiveId" clId="{D5857573-2C41-4D75-AB9F-5CA89102AE51}" dt="2026-10-13T07:39:33.337" v="2362" actId="478"/>
          <ac:spMkLst>
            <pc:docMk/>
            <pc:sldMk cId="332326839" sldId="281"/>
            <ac:spMk id="27" creationId="{E1383340-5DAD-45F0-8617-7B9C21837BCC}"/>
          </ac:spMkLst>
        </pc:spChg>
        <pc:spChg chg="add del mod">
          <ac:chgData name="kousuke yamamoto" userId="516c4d66ab16f868" providerId="LiveId" clId="{D5857573-2C41-4D75-AB9F-5CA89102AE51}" dt="2026-10-13T07:39:42.308" v="2371" actId="478"/>
          <ac:spMkLst>
            <pc:docMk/>
            <pc:sldMk cId="332326839" sldId="281"/>
            <ac:spMk id="28" creationId="{2B7139EB-8193-4B7E-95C0-9C60DF46EB90}"/>
          </ac:spMkLst>
        </pc:spChg>
        <pc:spChg chg="add mod">
          <ac:chgData name="kousuke yamamoto" userId="516c4d66ab16f868" providerId="LiveId" clId="{D5857573-2C41-4D75-AB9F-5CA89102AE51}" dt="2026-10-13T07:41:33.896" v="2394" actId="207"/>
          <ac:spMkLst>
            <pc:docMk/>
            <pc:sldMk cId="332326839" sldId="281"/>
            <ac:spMk id="29" creationId="{D7527CB8-8DC7-46C5-A80E-F5C07024A608}"/>
          </ac:spMkLst>
        </pc:spChg>
        <pc:spChg chg="add del mod">
          <ac:chgData name="kousuke yamamoto" userId="516c4d66ab16f868" providerId="LiveId" clId="{D5857573-2C41-4D75-AB9F-5CA89102AE51}" dt="2026-10-13T07:39:46.940" v="2377" actId="478"/>
          <ac:spMkLst>
            <pc:docMk/>
            <pc:sldMk cId="332326839" sldId="281"/>
            <ac:spMk id="30" creationId="{CA9E4F79-7CBA-45FB-A51C-E12EEC8E42C5}"/>
          </ac:spMkLst>
        </pc:spChg>
        <pc:spChg chg="add del mod">
          <ac:chgData name="kousuke yamamoto" userId="516c4d66ab16f868" providerId="LiveId" clId="{D5857573-2C41-4D75-AB9F-5CA89102AE51}" dt="2026-10-13T07:39:39.534" v="2367" actId="478"/>
          <ac:spMkLst>
            <pc:docMk/>
            <pc:sldMk cId="332326839" sldId="281"/>
            <ac:spMk id="31" creationId="{613F05B1-B1E5-4C92-832A-40F85ACE7E2E}"/>
          </ac:spMkLst>
        </pc:spChg>
        <pc:spChg chg="add del mod">
          <ac:chgData name="kousuke yamamoto" userId="516c4d66ab16f868" providerId="LiveId" clId="{D5857573-2C41-4D75-AB9F-5CA89102AE51}" dt="2026-10-13T07:39:40.928" v="2369" actId="478"/>
          <ac:spMkLst>
            <pc:docMk/>
            <pc:sldMk cId="332326839" sldId="281"/>
            <ac:spMk id="32" creationId="{4F685951-D9FA-46C8-BEA6-826D435742A0}"/>
          </ac:spMkLst>
        </pc:spChg>
        <pc:spChg chg="add mod">
          <ac:chgData name="kousuke yamamoto" userId="516c4d66ab16f868" providerId="LiveId" clId="{D5857573-2C41-4D75-AB9F-5CA89102AE51}" dt="2026-10-13T07:41:30.098" v="2393" actId="207"/>
          <ac:spMkLst>
            <pc:docMk/>
            <pc:sldMk cId="332326839" sldId="281"/>
            <ac:spMk id="33" creationId="{265121CA-169B-4D27-B9A8-97A6C386ADBE}"/>
          </ac:spMkLst>
        </pc:spChg>
        <pc:spChg chg="add mod">
          <ac:chgData name="kousuke yamamoto" userId="516c4d66ab16f868" providerId="LiveId" clId="{D5857573-2C41-4D75-AB9F-5CA89102AE51}" dt="2026-10-13T07:41:51.085" v="2398" actId="207"/>
          <ac:spMkLst>
            <pc:docMk/>
            <pc:sldMk cId="332326839" sldId="281"/>
            <ac:spMk id="34" creationId="{7A263C86-5231-4D4E-8B34-CB49984D8199}"/>
          </ac:spMkLst>
        </pc:spChg>
        <pc:spChg chg="add mod">
          <ac:chgData name="kousuke yamamoto" userId="516c4d66ab16f868" providerId="LiveId" clId="{D5857573-2C41-4D75-AB9F-5CA89102AE51}" dt="2026-10-13T07:42:34.501" v="2410" actId="14100"/>
          <ac:spMkLst>
            <pc:docMk/>
            <pc:sldMk cId="332326839" sldId="281"/>
            <ac:spMk id="35" creationId="{5AAE28B9-0BC3-4EF1-8EA7-59CE4B2F67F7}"/>
          </ac:spMkLst>
        </pc:spChg>
        <pc:spChg chg="add mod">
          <ac:chgData name="kousuke yamamoto" userId="516c4d66ab16f868" providerId="LiveId" clId="{D5857573-2C41-4D75-AB9F-5CA89102AE51}" dt="2026-10-13T07:42:31.958" v="2409" actId="1076"/>
          <ac:spMkLst>
            <pc:docMk/>
            <pc:sldMk cId="332326839" sldId="281"/>
            <ac:spMk id="36" creationId="{95DC3DB0-52EF-4452-BF33-8784EABCEEBC}"/>
          </ac:spMkLst>
        </pc:spChg>
        <pc:spChg chg="add mod">
          <ac:chgData name="kousuke yamamoto" userId="516c4d66ab16f868" providerId="LiveId" clId="{D5857573-2C41-4D75-AB9F-5CA89102AE51}" dt="2026-10-13T07:42:48.262" v="2415" actId="14100"/>
          <ac:spMkLst>
            <pc:docMk/>
            <pc:sldMk cId="332326839" sldId="281"/>
            <ac:spMk id="37" creationId="{59C1EB07-8B7B-40DE-9331-6DF1BBCFF2BC}"/>
          </ac:spMkLst>
        </pc:spChg>
        <pc:spChg chg="add mod">
          <ac:chgData name="kousuke yamamoto" userId="516c4d66ab16f868" providerId="LiveId" clId="{D5857573-2C41-4D75-AB9F-5CA89102AE51}" dt="2026-10-13T07:43:00.373" v="2419" actId="1076"/>
          <ac:spMkLst>
            <pc:docMk/>
            <pc:sldMk cId="332326839" sldId="281"/>
            <ac:spMk id="38" creationId="{C49319A0-B40A-4281-BE6D-C3D1C64FA56B}"/>
          </ac:spMkLst>
        </pc:spChg>
      </pc:sldChg>
      <pc:sldChg chg="addSp delSp modSp new mod modAnim">
        <pc:chgData name="kousuke yamamoto" userId="516c4d66ab16f868" providerId="LiveId" clId="{D5857573-2C41-4D75-AB9F-5CA89102AE51}" dt="2026-10-13T07:36:00.773" v="2319" actId="255"/>
        <pc:sldMkLst>
          <pc:docMk/>
          <pc:sldMk cId="145451468" sldId="282"/>
        </pc:sldMkLst>
        <pc:spChg chg="add del mod">
          <ac:chgData name="kousuke yamamoto" userId="516c4d66ab16f868" providerId="LiveId" clId="{D5857573-2C41-4D75-AB9F-5CA89102AE51}" dt="2026-10-13T07:09:46.911" v="2048" actId="478"/>
          <ac:spMkLst>
            <pc:docMk/>
            <pc:sldMk cId="145451468" sldId="282"/>
            <ac:spMk id="2" creationId="{8F9312B2-00CA-4000-AE35-188DBCE90775}"/>
          </ac:spMkLst>
        </pc:spChg>
        <pc:spChg chg="add del mod">
          <ac:chgData name="kousuke yamamoto" userId="516c4d66ab16f868" providerId="LiveId" clId="{D5857573-2C41-4D75-AB9F-5CA89102AE51}" dt="2026-10-13T07:09:44.598" v="2047" actId="478"/>
          <ac:spMkLst>
            <pc:docMk/>
            <pc:sldMk cId="145451468" sldId="282"/>
            <ac:spMk id="3" creationId="{CBB94633-EFE1-49F6-8DB8-90B75CAE2B31}"/>
          </ac:spMkLst>
        </pc:spChg>
        <pc:spChg chg="add mod">
          <ac:chgData name="kousuke yamamoto" userId="516c4d66ab16f868" providerId="LiveId" clId="{D5857573-2C41-4D75-AB9F-5CA89102AE51}" dt="2026-10-13T07:13:55.830" v="2109" actId="1076"/>
          <ac:spMkLst>
            <pc:docMk/>
            <pc:sldMk cId="145451468" sldId="282"/>
            <ac:spMk id="4" creationId="{23984594-9204-49C2-BB8D-927852DA71A9}"/>
          </ac:spMkLst>
        </pc:spChg>
        <pc:spChg chg="add del mod">
          <ac:chgData name="kousuke yamamoto" userId="516c4d66ab16f868" providerId="LiveId" clId="{D5857573-2C41-4D75-AB9F-5CA89102AE51}" dt="2026-10-08T05:30:07.212" v="1045" actId="478"/>
          <ac:spMkLst>
            <pc:docMk/>
            <pc:sldMk cId="145451468" sldId="282"/>
            <ac:spMk id="4" creationId="{A4E9AC79-F830-4D01-8D66-57CDCD6AD57B}"/>
          </ac:spMkLst>
        </pc:spChg>
        <pc:spChg chg="add del mod">
          <ac:chgData name="kousuke yamamoto" userId="516c4d66ab16f868" providerId="LiveId" clId="{D5857573-2C41-4D75-AB9F-5CA89102AE51}" dt="2026-10-13T07:13:03.951" v="2095" actId="478"/>
          <ac:spMkLst>
            <pc:docMk/>
            <pc:sldMk cId="145451468" sldId="282"/>
            <ac:spMk id="5" creationId="{ED6D1FC2-A09D-4C8C-85A4-E7EE24F3E307}"/>
          </ac:spMkLst>
        </pc:spChg>
        <pc:spChg chg="add mod">
          <ac:chgData name="kousuke yamamoto" userId="516c4d66ab16f868" providerId="LiveId" clId="{D5857573-2C41-4D75-AB9F-5CA89102AE51}" dt="2026-10-13T07:13:15.373" v="2097" actId="1076"/>
          <ac:spMkLst>
            <pc:docMk/>
            <pc:sldMk cId="145451468" sldId="282"/>
            <ac:spMk id="6" creationId="{A2D287F9-DB33-467F-AA73-4F1E5B784E42}"/>
          </ac:spMkLst>
        </pc:spChg>
        <pc:spChg chg="add mod">
          <ac:chgData name="kousuke yamamoto" userId="516c4d66ab16f868" providerId="LiveId" clId="{D5857573-2C41-4D75-AB9F-5CA89102AE51}" dt="2026-10-13T07:13:25.805" v="2100" actId="1076"/>
          <ac:spMkLst>
            <pc:docMk/>
            <pc:sldMk cId="145451468" sldId="282"/>
            <ac:spMk id="7" creationId="{FE2DC6F5-B312-4996-AA10-11082DE88D12}"/>
          </ac:spMkLst>
        </pc:spChg>
        <pc:spChg chg="add mod">
          <ac:chgData name="kousuke yamamoto" userId="516c4d66ab16f868" providerId="LiveId" clId="{D5857573-2C41-4D75-AB9F-5CA89102AE51}" dt="2026-10-13T07:14:00.053" v="2110" actId="1076"/>
          <ac:spMkLst>
            <pc:docMk/>
            <pc:sldMk cId="145451468" sldId="282"/>
            <ac:spMk id="8" creationId="{5E635C18-D613-4F7E-80F5-C5ED17660E26}"/>
          </ac:spMkLst>
        </pc:spChg>
        <pc:spChg chg="add del mod">
          <ac:chgData name="kousuke yamamoto" userId="516c4d66ab16f868" providerId="LiveId" clId="{D5857573-2C41-4D75-AB9F-5CA89102AE51}" dt="2026-10-13T07:15:39.238" v="2114" actId="478"/>
          <ac:spMkLst>
            <pc:docMk/>
            <pc:sldMk cId="145451468" sldId="282"/>
            <ac:spMk id="9" creationId="{F666B32D-3073-4DB1-80B9-4D8323716925}"/>
          </ac:spMkLst>
        </pc:spChg>
        <pc:spChg chg="add mod">
          <ac:chgData name="kousuke yamamoto" userId="516c4d66ab16f868" providerId="LiveId" clId="{D5857573-2C41-4D75-AB9F-5CA89102AE51}" dt="2026-10-13T07:36:00.773" v="2319" actId="255"/>
          <ac:spMkLst>
            <pc:docMk/>
            <pc:sldMk cId="145451468" sldId="282"/>
            <ac:spMk id="10" creationId="{EED8F7D0-1957-4AE1-A270-1C8A25AE83C5}"/>
          </ac:spMkLst>
        </pc:spChg>
      </pc:sldChg>
      <pc:sldChg chg="addSp delSp modSp new del mod">
        <pc:chgData name="kousuke yamamoto" userId="516c4d66ab16f868" providerId="LiveId" clId="{D5857573-2C41-4D75-AB9F-5CA89102AE51}" dt="2026-10-08T05:53:29.277" v="1530" actId="2696"/>
        <pc:sldMkLst>
          <pc:docMk/>
          <pc:sldMk cId="742584505" sldId="283"/>
        </pc:sldMkLst>
        <pc:spChg chg="add mod">
          <ac:chgData name="kousuke yamamoto" userId="516c4d66ab16f868" providerId="LiveId" clId="{D5857573-2C41-4D75-AB9F-5CA89102AE51}" dt="2026-10-08T05:53:25.644" v="1526" actId="1076"/>
          <ac:spMkLst>
            <pc:docMk/>
            <pc:sldMk cId="742584505" sldId="283"/>
            <ac:spMk id="2" creationId="{30643A52-1350-47B3-A200-2F33D359CEC6}"/>
          </ac:spMkLst>
        </pc:spChg>
        <pc:spChg chg="add mod">
          <ac:chgData name="kousuke yamamoto" userId="516c4d66ab16f868" providerId="LiveId" clId="{D5857573-2C41-4D75-AB9F-5CA89102AE51}" dt="2026-10-08T05:53:26.244" v="1529" actId="1076"/>
          <ac:spMkLst>
            <pc:docMk/>
            <pc:sldMk cId="742584505" sldId="283"/>
            <ac:spMk id="3" creationId="{9AD1AAD3-D9C0-4759-A846-BC800CC1AB9C}"/>
          </ac:spMkLst>
        </pc:spChg>
        <pc:spChg chg="add mod">
          <ac:chgData name="kousuke yamamoto" userId="516c4d66ab16f868" providerId="LiveId" clId="{D5857573-2C41-4D75-AB9F-5CA89102AE51}" dt="2026-10-08T05:52:35.191" v="1502" actId="1076"/>
          <ac:spMkLst>
            <pc:docMk/>
            <pc:sldMk cId="742584505" sldId="283"/>
            <ac:spMk id="4" creationId="{293D7AA8-4BF8-49FE-9331-BB0E6E9DE144}"/>
          </ac:spMkLst>
        </pc:spChg>
        <pc:spChg chg="add mod">
          <ac:chgData name="kousuke yamamoto" userId="516c4d66ab16f868" providerId="LiveId" clId="{D5857573-2C41-4D75-AB9F-5CA89102AE51}" dt="2026-10-08T05:53:24.807" v="1522" actId="1076"/>
          <ac:spMkLst>
            <pc:docMk/>
            <pc:sldMk cId="742584505" sldId="283"/>
            <ac:spMk id="5" creationId="{5F77B555-7F8C-4DC1-B7D2-EE7E2F1BB0ED}"/>
          </ac:spMkLst>
        </pc:spChg>
        <pc:spChg chg="add mod">
          <ac:chgData name="kousuke yamamoto" userId="516c4d66ab16f868" providerId="LiveId" clId="{D5857573-2C41-4D75-AB9F-5CA89102AE51}" dt="2026-10-08T05:53:25.069" v="1523" actId="1076"/>
          <ac:spMkLst>
            <pc:docMk/>
            <pc:sldMk cId="742584505" sldId="283"/>
            <ac:spMk id="6" creationId="{098C0C8B-DA81-4DEC-B361-2587E1E9C43A}"/>
          </ac:spMkLst>
        </pc:spChg>
        <pc:spChg chg="add mod">
          <ac:chgData name="kousuke yamamoto" userId="516c4d66ab16f868" providerId="LiveId" clId="{D5857573-2C41-4D75-AB9F-5CA89102AE51}" dt="2026-10-08T05:53:24.586" v="1521" actId="1076"/>
          <ac:spMkLst>
            <pc:docMk/>
            <pc:sldMk cId="742584505" sldId="283"/>
            <ac:spMk id="7" creationId="{81A74DBC-CBB0-406E-8A5C-9E2C2D580178}"/>
          </ac:spMkLst>
        </pc:spChg>
        <pc:spChg chg="add mod">
          <ac:chgData name="kousuke yamamoto" userId="516c4d66ab16f868" providerId="LiveId" clId="{D5857573-2C41-4D75-AB9F-5CA89102AE51}" dt="2026-10-08T05:52:20" v="1497" actId="1076"/>
          <ac:spMkLst>
            <pc:docMk/>
            <pc:sldMk cId="742584505" sldId="283"/>
            <ac:spMk id="8" creationId="{C9C72AAA-4BC8-4D2E-B587-CCC62564EEF8}"/>
          </ac:spMkLst>
        </pc:spChg>
        <pc:spChg chg="add mod">
          <ac:chgData name="kousuke yamamoto" userId="516c4d66ab16f868" providerId="LiveId" clId="{D5857573-2C41-4D75-AB9F-5CA89102AE51}" dt="2026-10-08T05:53:25.456" v="1525" actId="1076"/>
          <ac:spMkLst>
            <pc:docMk/>
            <pc:sldMk cId="742584505" sldId="283"/>
            <ac:spMk id="9" creationId="{C71A325B-AA0F-488A-A74D-5561CC865564}"/>
          </ac:spMkLst>
        </pc:spChg>
        <pc:spChg chg="add mod">
          <ac:chgData name="kousuke yamamoto" userId="516c4d66ab16f868" providerId="LiveId" clId="{D5857573-2C41-4D75-AB9F-5CA89102AE51}" dt="2026-10-08T05:53:25.264" v="1524" actId="1076"/>
          <ac:spMkLst>
            <pc:docMk/>
            <pc:sldMk cId="742584505" sldId="283"/>
            <ac:spMk id="10" creationId="{F6E08433-0F92-494E-9BFD-B2AE55D216B6}"/>
          </ac:spMkLst>
        </pc:spChg>
        <pc:spChg chg="add del mod">
          <ac:chgData name="kousuke yamamoto" userId="516c4d66ab16f868" providerId="LiveId" clId="{D5857573-2C41-4D75-AB9F-5CA89102AE51}" dt="2026-10-08T05:53:24.013" v="1518"/>
          <ac:spMkLst>
            <pc:docMk/>
            <pc:sldMk cId="742584505" sldId="283"/>
            <ac:spMk id="11" creationId="{DD271843-EBDC-4410-A930-0F16FBE3DB54}"/>
          </ac:spMkLst>
        </pc:spChg>
      </pc:sldChg>
      <pc:sldChg chg="addSp modSp new mod">
        <pc:chgData name="kousuke yamamoto" userId="516c4d66ab16f868" providerId="LiveId" clId="{D5857573-2C41-4D75-AB9F-5CA89102AE51}" dt="2026-10-13T07:45:07.157" v="2505" actId="20577"/>
        <pc:sldMkLst>
          <pc:docMk/>
          <pc:sldMk cId="3736749672" sldId="283"/>
        </pc:sldMkLst>
        <pc:spChg chg="add mod">
          <ac:chgData name="kousuke yamamoto" userId="516c4d66ab16f868" providerId="LiveId" clId="{D5857573-2C41-4D75-AB9F-5CA89102AE51}" dt="2026-10-13T07:44:00.575" v="2429"/>
          <ac:spMkLst>
            <pc:docMk/>
            <pc:sldMk cId="3736749672" sldId="283"/>
            <ac:spMk id="2" creationId="{395C0498-52F8-49ED-B77C-FB02F8590CD2}"/>
          </ac:spMkLst>
        </pc:spChg>
        <pc:spChg chg="add mod">
          <ac:chgData name="kousuke yamamoto" userId="516c4d66ab16f868" providerId="LiveId" clId="{D5857573-2C41-4D75-AB9F-5CA89102AE51}" dt="2026-10-13T07:45:07.157" v="2505" actId="20577"/>
          <ac:spMkLst>
            <pc:docMk/>
            <pc:sldMk cId="3736749672" sldId="283"/>
            <ac:spMk id="3" creationId="{AF45D5D5-A3BE-468A-BDB5-62FA7A039D9E}"/>
          </ac:spMkLst>
        </pc:spChg>
      </pc:sldChg>
      <pc:sldChg chg="addSp modSp new mod ord">
        <pc:chgData name="kousuke yamamoto" userId="516c4d66ab16f868" providerId="LiveId" clId="{D5857573-2C41-4D75-AB9F-5CA89102AE51}" dt="2026-10-19T06:10:23.927" v="2722" actId="20577"/>
        <pc:sldMkLst>
          <pc:docMk/>
          <pc:sldMk cId="595033509" sldId="284"/>
        </pc:sldMkLst>
        <pc:spChg chg="add mod">
          <ac:chgData name="kousuke yamamoto" userId="516c4d66ab16f868" providerId="LiveId" clId="{D5857573-2C41-4D75-AB9F-5CA89102AE51}" dt="2026-10-19T06:10:23.927" v="2722" actId="20577"/>
          <ac:spMkLst>
            <pc:docMk/>
            <pc:sldMk cId="595033509" sldId="284"/>
            <ac:spMk id="2" creationId="{A1B96D17-6E0A-4C69-88E1-0B478ACC56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BABC-04D1-40FF-A826-E108E600BEAD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18AC2-2250-4479-91AF-2B392C52A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67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18AC2-2250-4479-91AF-2B392C52A59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92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4AA89A-4FD6-410D-98A4-CDDDACB4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3B7692-8F70-4319-8B2E-6119C3CA8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B948F-A1AE-49BA-9D0F-FF09A8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08FA4-C126-4017-B117-E1068C90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8AAC90-7ECB-4985-9001-2A24AFB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1978C-C2EA-47ED-B3A6-C468569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A96DB-DD84-4A59-BA32-353FC569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5FC3-FA6C-4808-BD0B-6379E79E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D3FCD7-D70F-4A79-8B61-066F1184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840BE6-FD58-4408-87A6-EF8FBA0E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BFE32-1BB1-4B8F-BAFD-B05AF5D1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7917F7-841D-4C80-A9D9-77AC1DFC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7B159B-232F-48DE-805F-77F042B3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B963A-B036-4CEF-96F0-74D9FCA4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822D8-6914-4AFC-A4FF-69FB2372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B3C6D-48CF-42EF-B5B4-7A969B15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4069B9-E893-403B-9279-364D8C666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1FEAB4-24BA-49EB-B90D-DA135D23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31607F-603A-41C6-9529-B4063FD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7781A-F984-45E7-A0F5-0E08A72C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A325EF-779C-4205-A351-2096609A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330BA-C62C-47E8-82A7-E6703338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00F23-CE37-443E-AA3A-D7E24D2F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D35A09-324D-45D0-90EA-F86A693F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2DA707-1C25-4C43-841E-BFE644C8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327190-65AC-44BA-ACE1-497CF46E2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4C7B01-EDF8-4B3F-BAF3-F8EE338A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4D3EC0-7B88-4803-9501-329AAC79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B42BF-BBA7-49DE-ADE4-C67E52FA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54E6B-30D6-4007-A3B5-A86D131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7C5C9B-5101-4F67-BD20-588558B3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FD2F83-F5B8-4A27-84F2-D99A43EE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03727D-189F-475D-B02D-520EE9D7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8C4C61-7344-4435-9376-04565DB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3EFB45-94E9-4071-A44E-ADAE80FE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F63773-7012-4D90-B18D-497DDF3F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5B740-B65A-4E7E-8297-15C5CC2F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D5B80-699A-4C50-A108-073865E5A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60166-67BD-4651-AB11-E8C51C0E4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B8886-FB6C-45AA-9AE6-21B2EE97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6AB80F-2F20-4440-82E0-C3A1FC2E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579024-AB5F-4D27-A41C-F1C4CCDF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6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84458-5E97-4E29-AA43-9949E0B8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69EC36-E65D-4B71-9336-BFC6394C5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6C547-2F68-47E4-B42C-B3B80457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1E8956-A15C-4E87-9E8E-39BCB6F0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BD40F-24F1-4D50-9EE1-CD7F912D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8571B2-3159-4D42-A344-0E42097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3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A728-C0DE-4485-98CA-CBC99DB8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9F6F21-022A-40FE-AF1D-3FCED064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642CBA-2A36-4961-919D-2136F672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CB4DE-64F5-4228-90B2-6B537250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392EC-854D-485C-9A2B-4BD899B3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B091DA-4C4D-454A-95C4-CAEF2CEA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77D5C9-6A9A-42EE-8F67-6AECA873D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0B2D21-F05C-4D5C-8221-5E5800FC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4B0A77-887A-42B7-9237-16744A00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D86AF-B1FB-489C-9672-A8BDE71A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1F015-F5EC-4FB5-A547-FCE7F090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DA307-7903-4BEA-8989-D1385881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9C99A8-F8C5-43B9-8CE6-A7F0F7BD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AE351-CB76-4220-8F44-E1FB0BD60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84726-8B01-485A-96BD-D8955A14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E4263-8370-4EC0-B987-B59700E54FA7}"/>
              </a:ext>
            </a:extLst>
          </p:cNvPr>
          <p:cNvSpPr/>
          <p:nvPr/>
        </p:nvSpPr>
        <p:spPr>
          <a:xfrm>
            <a:off x="1124354" y="2514599"/>
            <a:ext cx="10077045" cy="2238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仕様</a:t>
            </a:r>
          </a:p>
        </p:txBody>
      </p:sp>
    </p:spTree>
    <p:extLst>
      <p:ext uri="{BB962C8B-B14F-4D97-AF65-F5344CB8AC3E}">
        <p14:creationId xmlns:p14="http://schemas.microsoft.com/office/powerpoint/2010/main" val="36226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E8F76E-6904-409A-AC76-C9CCF9F1E885}"/>
              </a:ext>
            </a:extLst>
          </p:cNvPr>
          <p:cNvSpPr/>
          <p:nvPr/>
        </p:nvSpPr>
        <p:spPr>
          <a:xfrm>
            <a:off x="0" y="0"/>
            <a:ext cx="12192000" cy="23591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操作方法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2C61B4-0D46-450A-B4A8-240B81EB588A}"/>
              </a:ext>
            </a:extLst>
          </p:cNvPr>
          <p:cNvSpPr/>
          <p:nvPr/>
        </p:nvSpPr>
        <p:spPr>
          <a:xfrm>
            <a:off x="0" y="2359152"/>
            <a:ext cx="12124944" cy="4498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マウス左クリックで雨粒選択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選択された雨粒の操作方法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Ｗで上移動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Ａで左移動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Ｄで右移動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Ｓで下移動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Space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で選択終了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マウス左ククリックでつなぎたい１つ目を選択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２つ目を選択するとつながる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3D83FA-1539-4F05-B445-0C144A637B7C}"/>
              </a:ext>
            </a:extLst>
          </p:cNvPr>
          <p:cNvSpPr/>
          <p:nvPr/>
        </p:nvSpPr>
        <p:spPr>
          <a:xfrm>
            <a:off x="795528" y="777240"/>
            <a:ext cx="1396748" cy="93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表示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7421D0-B445-49D8-9C9B-18E696574949}"/>
              </a:ext>
            </a:extLst>
          </p:cNvPr>
          <p:cNvSpPr/>
          <p:nvPr/>
        </p:nvSpPr>
        <p:spPr>
          <a:xfrm>
            <a:off x="9735314" y="777240"/>
            <a:ext cx="1472181" cy="932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アイテム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85CDB3-11E3-4582-BCED-667AE07A3A0D}"/>
              </a:ext>
            </a:extLst>
          </p:cNvPr>
          <p:cNvSpPr/>
          <p:nvPr/>
        </p:nvSpPr>
        <p:spPr>
          <a:xfrm>
            <a:off x="2192274" y="777240"/>
            <a:ext cx="7543039" cy="932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タイマー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FF7FB84-B30C-43E4-B6AC-37C381E93622}"/>
              </a:ext>
            </a:extLst>
          </p:cNvPr>
          <p:cNvSpPr/>
          <p:nvPr/>
        </p:nvSpPr>
        <p:spPr>
          <a:xfrm>
            <a:off x="795528" y="1709928"/>
            <a:ext cx="10411968" cy="4818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F9EED5-7E2D-44F9-A550-3AB338DE4D35}"/>
              </a:ext>
            </a:extLst>
          </p:cNvPr>
          <p:cNvSpPr/>
          <p:nvPr/>
        </p:nvSpPr>
        <p:spPr>
          <a:xfrm>
            <a:off x="2192276" y="2368297"/>
            <a:ext cx="7543038" cy="38953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5B084D-CC9F-4695-B978-D9337D736B34}"/>
              </a:ext>
            </a:extLst>
          </p:cNvPr>
          <p:cNvSpPr/>
          <p:nvPr/>
        </p:nvSpPr>
        <p:spPr>
          <a:xfrm>
            <a:off x="2682622" y="94848"/>
            <a:ext cx="6571488" cy="6943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プレイ画面２イメージ</a:t>
            </a:r>
          </a:p>
        </p:txBody>
      </p:sp>
    </p:spTree>
    <p:extLst>
      <p:ext uri="{BB962C8B-B14F-4D97-AF65-F5344CB8AC3E}">
        <p14:creationId xmlns:p14="http://schemas.microsoft.com/office/powerpoint/2010/main" val="91996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984594-9204-49C2-BB8D-927852DA71A9}"/>
              </a:ext>
            </a:extLst>
          </p:cNvPr>
          <p:cNvSpPr/>
          <p:nvPr/>
        </p:nvSpPr>
        <p:spPr>
          <a:xfrm>
            <a:off x="0" y="0"/>
            <a:ext cx="12192000" cy="23591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つなぐについて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A2D287F9-DB33-467F-AA73-4F1E5B784E42}"/>
              </a:ext>
            </a:extLst>
          </p:cNvPr>
          <p:cNvSpPr/>
          <p:nvPr/>
        </p:nvSpPr>
        <p:spPr>
          <a:xfrm>
            <a:off x="1481328" y="29718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E2DC6F5-B312-4996-AA10-11082DE88D12}"/>
              </a:ext>
            </a:extLst>
          </p:cNvPr>
          <p:cNvSpPr/>
          <p:nvPr/>
        </p:nvSpPr>
        <p:spPr>
          <a:xfrm>
            <a:off x="9204960" y="29718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635C18-D613-4F7E-80F5-C5ED17660E26}"/>
              </a:ext>
            </a:extLst>
          </p:cNvPr>
          <p:cNvSpPr/>
          <p:nvPr/>
        </p:nvSpPr>
        <p:spPr>
          <a:xfrm>
            <a:off x="1341120" y="2971800"/>
            <a:ext cx="87569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D8F7D0-1957-4AE1-A270-1C8A25AE83C5}"/>
              </a:ext>
            </a:extLst>
          </p:cNvPr>
          <p:cNvSpPr/>
          <p:nvPr/>
        </p:nvSpPr>
        <p:spPr>
          <a:xfrm>
            <a:off x="1319784" y="4334256"/>
            <a:ext cx="8778240" cy="20848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つなぎたい雨粒１を左クリック</a:t>
            </a:r>
            <a:endParaRPr kumimoji="1"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つなぎたい雨粒２を左クリック</a:t>
            </a:r>
            <a:endParaRPr kumimoji="1"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すると線でつながる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4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D6B1115E-D305-4D46-AB9A-8F11C8AEC40F}"/>
              </a:ext>
            </a:extLst>
          </p:cNvPr>
          <p:cNvSpPr/>
          <p:nvPr/>
        </p:nvSpPr>
        <p:spPr>
          <a:xfrm>
            <a:off x="5475353" y="1980438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176A1D4-4FDF-4A47-ACF2-1ED266931630}"/>
              </a:ext>
            </a:extLst>
          </p:cNvPr>
          <p:cNvSpPr/>
          <p:nvPr/>
        </p:nvSpPr>
        <p:spPr>
          <a:xfrm>
            <a:off x="5475353" y="4874827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90E5A46-6D4F-4785-9BD2-C3710EF2D01C}"/>
              </a:ext>
            </a:extLst>
          </p:cNvPr>
          <p:cNvSpPr/>
          <p:nvPr/>
        </p:nvSpPr>
        <p:spPr>
          <a:xfrm>
            <a:off x="3401766" y="1955293"/>
            <a:ext cx="379476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1933CC8-99D5-4AE5-9B81-4F5565E33C58}"/>
              </a:ext>
            </a:extLst>
          </p:cNvPr>
          <p:cNvSpPr/>
          <p:nvPr/>
        </p:nvSpPr>
        <p:spPr>
          <a:xfrm>
            <a:off x="7420358" y="1955293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3C0F741-AB12-441B-BE49-6E3573FA328B}"/>
              </a:ext>
            </a:extLst>
          </p:cNvPr>
          <p:cNvSpPr/>
          <p:nvPr/>
        </p:nvSpPr>
        <p:spPr>
          <a:xfrm>
            <a:off x="5475353" y="3429000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A7286D5-0334-4C02-B247-FC3DD518A09B}"/>
              </a:ext>
            </a:extLst>
          </p:cNvPr>
          <p:cNvSpPr/>
          <p:nvPr/>
        </p:nvSpPr>
        <p:spPr>
          <a:xfrm>
            <a:off x="4188336" y="-3982975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A01A2207-C14C-46CC-8978-57E8A75BAF0C}"/>
              </a:ext>
            </a:extLst>
          </p:cNvPr>
          <p:cNvSpPr/>
          <p:nvPr/>
        </p:nvSpPr>
        <p:spPr>
          <a:xfrm>
            <a:off x="3388050" y="4874827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7527CB8-8DC7-46C5-A80E-F5C07024A608}"/>
              </a:ext>
            </a:extLst>
          </p:cNvPr>
          <p:cNvSpPr/>
          <p:nvPr/>
        </p:nvSpPr>
        <p:spPr>
          <a:xfrm>
            <a:off x="7420358" y="4874827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52E4B79-EA2F-4BAA-8F50-398E1B341567}"/>
              </a:ext>
            </a:extLst>
          </p:cNvPr>
          <p:cNvSpPr/>
          <p:nvPr/>
        </p:nvSpPr>
        <p:spPr>
          <a:xfrm>
            <a:off x="0" y="25907"/>
            <a:ext cx="12192000" cy="17358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お題について</a:t>
            </a: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265121CA-169B-4D27-B9A8-97A6C386ADBE}"/>
              </a:ext>
            </a:extLst>
          </p:cNvPr>
          <p:cNvSpPr/>
          <p:nvPr/>
        </p:nvSpPr>
        <p:spPr>
          <a:xfrm>
            <a:off x="6630366" y="3414165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7A263C86-5231-4D4E-8B34-CB49984D8199}"/>
              </a:ext>
            </a:extLst>
          </p:cNvPr>
          <p:cNvSpPr/>
          <p:nvPr/>
        </p:nvSpPr>
        <p:spPr>
          <a:xfrm>
            <a:off x="4272832" y="4032910"/>
            <a:ext cx="393192" cy="4389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B6810C-D744-463C-846F-5B175BB502E3}"/>
              </a:ext>
            </a:extLst>
          </p:cNvPr>
          <p:cNvSpPr/>
          <p:nvPr/>
        </p:nvSpPr>
        <p:spPr>
          <a:xfrm>
            <a:off x="3381062" y="1980438"/>
            <a:ext cx="4432487" cy="41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AAE28B9-0BC3-4EF1-8EA7-59CE4B2F67F7}"/>
              </a:ext>
            </a:extLst>
          </p:cNvPr>
          <p:cNvSpPr/>
          <p:nvPr/>
        </p:nvSpPr>
        <p:spPr>
          <a:xfrm rot="5400000">
            <a:off x="4422956" y="3433014"/>
            <a:ext cx="2491384" cy="41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5DC3DB0-52EF-4452-BF33-8784EABCEEBC}"/>
              </a:ext>
            </a:extLst>
          </p:cNvPr>
          <p:cNvSpPr/>
          <p:nvPr/>
        </p:nvSpPr>
        <p:spPr>
          <a:xfrm>
            <a:off x="3345428" y="4885589"/>
            <a:ext cx="4432487" cy="41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9C1EB07-8B7B-40DE-9331-6DF1BBCFF2BC}"/>
              </a:ext>
            </a:extLst>
          </p:cNvPr>
          <p:cNvSpPr/>
          <p:nvPr/>
        </p:nvSpPr>
        <p:spPr>
          <a:xfrm>
            <a:off x="5868545" y="3454145"/>
            <a:ext cx="1155013" cy="41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49319A0-B40A-4281-BE6D-C3D1C64FA56B}"/>
              </a:ext>
            </a:extLst>
          </p:cNvPr>
          <p:cNvSpPr/>
          <p:nvPr/>
        </p:nvSpPr>
        <p:spPr>
          <a:xfrm rot="5400000">
            <a:off x="3891921" y="4095818"/>
            <a:ext cx="1155013" cy="41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2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5C0498-52F8-49ED-B77C-FB02F8590CD2}"/>
              </a:ext>
            </a:extLst>
          </p:cNvPr>
          <p:cNvSpPr/>
          <p:nvPr/>
        </p:nvSpPr>
        <p:spPr>
          <a:xfrm>
            <a:off x="0" y="25907"/>
            <a:ext cx="12192000" cy="17358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お題について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F45D5D5-A3BE-468A-BDB5-62FA7A039D9E}"/>
              </a:ext>
            </a:extLst>
          </p:cNvPr>
          <p:cNvSpPr/>
          <p:nvPr/>
        </p:nvSpPr>
        <p:spPr>
          <a:xfrm>
            <a:off x="1007705" y="3013788"/>
            <a:ext cx="10077061" cy="2845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雨粒ふたつで線ができる</a:t>
            </a:r>
            <a:endParaRPr lang="en-US" altLang="ja-JP"/>
          </a:p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74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B96D17-6E0A-4C69-88E1-0B478ACC56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ステージについて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５ステージ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１　雨粒６個１２個</a:t>
            </a:r>
            <a:endParaRPr kumimoji="1" lang="en-US" altLang="ja-JP" dirty="0"/>
          </a:p>
          <a:p>
            <a:pPr algn="ctr"/>
            <a:r>
              <a:rPr lang="ja-JP" altLang="en-US"/>
              <a:t>２　雨粒８個１６個　</a:t>
            </a:r>
            <a:endParaRPr lang="en-US" altLang="ja-JP" dirty="0"/>
          </a:p>
          <a:p>
            <a:pPr algn="ctr"/>
            <a:r>
              <a:rPr kumimoji="1" lang="ja-JP" altLang="en-US" dirty="0"/>
              <a:t>３　雨粒</a:t>
            </a:r>
            <a:endParaRPr kumimoji="1" lang="en-US" altLang="ja-JP" dirty="0"/>
          </a:p>
          <a:p>
            <a:pPr algn="ctr"/>
            <a:r>
              <a:rPr lang="ja-JP" altLang="en-US" dirty="0"/>
              <a:t>４　雨粒　</a:t>
            </a:r>
            <a:endParaRPr lang="en-US" altLang="ja-JP" dirty="0"/>
          </a:p>
          <a:p>
            <a:pPr algn="ctr"/>
            <a:r>
              <a:rPr kumimoji="1" lang="ja-JP" altLang="en-US" dirty="0"/>
              <a:t>５　雨粒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59503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7CA3D4-E67C-4023-B580-346E725E68BF}"/>
              </a:ext>
            </a:extLst>
          </p:cNvPr>
          <p:cNvSpPr/>
          <p:nvPr/>
        </p:nvSpPr>
        <p:spPr>
          <a:xfrm>
            <a:off x="2569464" y="457201"/>
            <a:ext cx="7863840" cy="4325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雨粒をどうする　お題を簡単にするより</a:t>
            </a:r>
            <a:endParaRPr kumimoji="1" lang="en-US" altLang="ja-JP" dirty="0"/>
          </a:p>
          <a:p>
            <a:pPr algn="ctr"/>
            <a:r>
              <a:rPr lang="ja-JP" altLang="en-US" dirty="0"/>
              <a:t>もともとのシステムを見ろ</a:t>
            </a:r>
            <a:endParaRPr lang="en-US" altLang="ja-JP" dirty="0"/>
          </a:p>
          <a:p>
            <a:pPr algn="ctr"/>
            <a:r>
              <a:rPr kumimoji="1" lang="ja-JP" altLang="en-US" dirty="0"/>
              <a:t>　</a:t>
            </a:r>
            <a:endParaRPr kumimoji="1" lang="en-US" altLang="ja-JP" dirty="0"/>
          </a:p>
          <a:p>
            <a:pPr algn="ctr"/>
            <a:r>
              <a:rPr lang="ja-JP" altLang="en-US" dirty="0"/>
              <a:t>頭で自分のゲームをプレイしてみろ</a:t>
            </a:r>
            <a:endParaRPr lang="en-US" altLang="ja-JP" dirty="0"/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298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1492</TotalTime>
  <Words>133</Words>
  <Application>Microsoft Office PowerPoint</Application>
  <PresentationFormat>ワイド画面</PresentationFormat>
  <Paragraphs>39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kousuke yamamoto</cp:lastModifiedBy>
  <cp:revision>88</cp:revision>
  <dcterms:created xsi:type="dcterms:W3CDTF">2013-01-27T09:14:16Z</dcterms:created>
  <dcterms:modified xsi:type="dcterms:W3CDTF">2026-10-19T06:10:29Z</dcterms:modified>
  <cp:category/>
</cp:coreProperties>
</file>