
<file path=[Content_Types].xml><?xml version="1.0" encoding="utf-8"?>
<Types xmlns="http://schemas.openxmlformats.org/package/2006/content-types">
  <Default Extension="jpe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15"/>
  </p:notesMasterIdLst>
  <p:sldIdLst>
    <p:sldId id="264" r:id="rId2"/>
    <p:sldId id="258" r:id="rId3"/>
    <p:sldId id="263" r:id="rId4"/>
    <p:sldId id="259" r:id="rId5"/>
    <p:sldId id="257" r:id="rId6"/>
    <p:sldId id="261" r:id="rId7"/>
    <p:sldId id="273" r:id="rId8"/>
    <p:sldId id="265" r:id="rId9"/>
    <p:sldId id="268" r:id="rId10"/>
    <p:sldId id="274" r:id="rId11"/>
    <p:sldId id="267" r:id="rId12"/>
    <p:sldId id="271" r:id="rId13"/>
    <p:sldId id="266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263746"/>
    <a:srgbClr val="8DD9EE"/>
    <a:srgbClr val="123B5A"/>
    <a:srgbClr val="DDF3FA"/>
    <a:srgbClr val="263238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4" d="100"/>
          <a:sy n="84" d="100"/>
        </p:scale>
        <p:origin x="62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19949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俺が筆だ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D15FD0-936A-427E-B92E-3358E9AE87D9}"/>
              </a:ext>
            </a:extLst>
          </p:cNvPr>
          <p:cNvSpPr/>
          <p:nvPr/>
        </p:nvSpPr>
        <p:spPr>
          <a:xfrm>
            <a:off x="1890913" y="5133974"/>
            <a:ext cx="8543925" cy="91440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ジャンル　お絵描き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1883C96-B356-4D47-AEE6-060822A71E9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概要</a:t>
            </a: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32B2933-ECB3-4D47-BADF-E85DEDDE1079}"/>
              </a:ext>
            </a:extLst>
          </p:cNvPr>
          <p:cNvSpPr/>
          <p:nvPr/>
        </p:nvSpPr>
        <p:spPr>
          <a:xfrm>
            <a:off x="2409825" y="1514475"/>
            <a:ext cx="7162800" cy="31432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筆からの一人称視点で文字や図形を描くゲーム</a:t>
            </a:r>
            <a:br>
              <a:rPr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お手本にどれだけ近く描けたかでスコアが決まる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5CD39B-352C-4F01-BE6D-A4829B18AD09}"/>
              </a:ext>
            </a:extLst>
          </p:cNvPr>
          <p:cNvSpPr/>
          <p:nvPr/>
        </p:nvSpPr>
        <p:spPr>
          <a:xfrm>
            <a:off x="-1190625" y="816472"/>
            <a:ext cx="6381345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特徴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7044888-34FD-453D-A8B7-907DE840F839}"/>
              </a:ext>
            </a:extLst>
          </p:cNvPr>
          <p:cNvSpPr/>
          <p:nvPr/>
        </p:nvSpPr>
        <p:spPr>
          <a:xfrm>
            <a:off x="-1190625" y="2781612"/>
            <a:ext cx="6381345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特徴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EE659E-B045-4A4D-A85F-A220648CB2D1}"/>
              </a:ext>
            </a:extLst>
          </p:cNvPr>
          <p:cNvSpPr/>
          <p:nvPr/>
        </p:nvSpPr>
        <p:spPr>
          <a:xfrm>
            <a:off x="4438644" y="331661"/>
            <a:ext cx="6257925" cy="18840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一人称視点で、自分が動いて絵を描ける</a:t>
            </a:r>
            <a:endParaRPr lang="en-US" altLang="ja-JP" sz="24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普段のタイピングや習字とは異なり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筆そのものになって描く新しい体験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1CC81D0-7A6F-4454-B188-C57577CE4627}"/>
              </a:ext>
            </a:extLst>
          </p:cNvPr>
          <p:cNvSpPr/>
          <p:nvPr/>
        </p:nvSpPr>
        <p:spPr>
          <a:xfrm>
            <a:off x="4438643" y="4709234"/>
            <a:ext cx="6257925" cy="1374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250000"/>
              </a:lnSpc>
            </a:pPr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動いて描く、お絵描きゲーム</a:t>
            </a:r>
          </a:p>
          <a:p>
            <a:pPr algn="ctr"/>
            <a:endParaRPr lang="ja-JP" altLang="en-US" b="1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5ACCE8A-27EB-451B-87A3-5168A4E96E66}"/>
              </a:ext>
            </a:extLst>
          </p:cNvPr>
          <p:cNvSpPr/>
          <p:nvPr/>
        </p:nvSpPr>
        <p:spPr>
          <a:xfrm>
            <a:off x="4438645" y="2567300"/>
            <a:ext cx="6257925" cy="13430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３つのモード、異なる描き方ができる</a:t>
            </a:r>
            <a:endParaRPr lang="en-US" altLang="ja-JP" sz="24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目的に合わせた遊び方を楽しめる</a:t>
            </a:r>
            <a:endParaRPr lang="en-US" altLang="ja-JP" sz="24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96A2368-A0B5-46DB-AC90-58BE3C12438C}"/>
              </a:ext>
            </a:extLst>
          </p:cNvPr>
          <p:cNvSpPr/>
          <p:nvPr/>
        </p:nvSpPr>
        <p:spPr>
          <a:xfrm>
            <a:off x="309359" y="4939279"/>
            <a:ext cx="3381376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一言で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28E3EEC-ED19-44E5-A90C-4BE60A2D4ABD}"/>
              </a:ext>
            </a:extLst>
          </p:cNvPr>
          <p:cNvSpPr/>
          <p:nvPr/>
        </p:nvSpPr>
        <p:spPr>
          <a:xfrm>
            <a:off x="184014" y="1550722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マウス操作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1F8B859-E7F9-45FF-8D65-1077BE9574CA}"/>
              </a:ext>
            </a:extLst>
          </p:cNvPr>
          <p:cNvSpPr/>
          <p:nvPr/>
        </p:nvSpPr>
        <p:spPr>
          <a:xfrm>
            <a:off x="6096000" y="1464997"/>
            <a:ext cx="20669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右クリックで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加速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60C3470-23D4-43F0-BC82-8A64EEC9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" y="910549"/>
            <a:ext cx="6086476" cy="6858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939B8330-3DA0-47C8-ACDE-4B870CB5A8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387" y="1367750"/>
            <a:ext cx="6858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D09CAE-1C4B-43BB-9B32-E9317E478F10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033127-4D4D-4EC3-A27C-804E62C27528}"/>
              </a:ext>
            </a:extLst>
          </p:cNvPr>
          <p:cNvSpPr/>
          <p:nvPr/>
        </p:nvSpPr>
        <p:spPr>
          <a:xfrm>
            <a:off x="4133851" y="996283"/>
            <a:ext cx="7096125" cy="1215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筆や乗り物を操作し、移動した後の軌跡でお手本を描く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　制限時間以内に作品を完成させる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　書いた作品の点数が基準に満たない場合　ゲームオーバー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0C44BD-C3CF-4D21-8AC1-84E72A8C316D}"/>
              </a:ext>
            </a:extLst>
          </p:cNvPr>
          <p:cNvSpPr/>
          <p:nvPr/>
        </p:nvSpPr>
        <p:spPr>
          <a:xfrm>
            <a:off x="4133845" y="45335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お手本モード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95D87C-FEF3-467E-B1FF-6608DFB43B23}"/>
              </a:ext>
            </a:extLst>
          </p:cNvPr>
          <p:cNvSpPr/>
          <p:nvPr/>
        </p:nvSpPr>
        <p:spPr>
          <a:xfrm>
            <a:off x="4133850" y="2755553"/>
            <a:ext cx="7096126" cy="54293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自由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0039B03-7452-4948-AB40-CEC2825954EC}"/>
              </a:ext>
            </a:extLst>
          </p:cNvPr>
          <p:cNvSpPr/>
          <p:nvPr/>
        </p:nvSpPr>
        <p:spPr>
          <a:xfrm>
            <a:off x="4133850" y="469957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お題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3BABEA7-2FB4-4D0E-9CE5-C9EE47AFD26F}"/>
              </a:ext>
            </a:extLst>
          </p:cNvPr>
          <p:cNvSpPr/>
          <p:nvPr/>
        </p:nvSpPr>
        <p:spPr>
          <a:xfrm>
            <a:off x="4133851" y="5242503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出されたお題に沿った絵を、自由な描き方で完成させる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0E15D93-A5A7-4816-B984-006258B007B4}"/>
              </a:ext>
            </a:extLst>
          </p:cNvPr>
          <p:cNvSpPr/>
          <p:nvPr/>
        </p:nvSpPr>
        <p:spPr>
          <a:xfrm>
            <a:off x="4133844" y="3241337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筆を操作し、自由に書く</a:t>
            </a:r>
            <a:endParaRPr kumimoji="1" lang="ja-JP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EAE7B8-2E7A-4AF5-9F80-324BE3D322C8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ゲームの流れ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A6CE379-9DB5-4E43-AE4A-565D343B3DEF}"/>
              </a:ext>
            </a:extLst>
          </p:cNvPr>
          <p:cNvSpPr/>
          <p:nvPr/>
        </p:nvSpPr>
        <p:spPr>
          <a:xfrm>
            <a:off x="363240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お手本を確認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870252-9069-4CF2-BDB1-5539DA6535CC}"/>
              </a:ext>
            </a:extLst>
          </p:cNvPr>
          <p:cNvSpPr/>
          <p:nvPr/>
        </p:nvSpPr>
        <p:spPr>
          <a:xfrm>
            <a:off x="3239547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描く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5A4AA4-1310-49B0-B0FA-38D93BAA4E46}"/>
              </a:ext>
            </a:extLst>
          </p:cNvPr>
          <p:cNvSpPr/>
          <p:nvPr/>
        </p:nvSpPr>
        <p:spPr>
          <a:xfrm>
            <a:off x="6083425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B583C0F8-8C54-4417-9EE0-84A0AF84E0DF}"/>
              </a:ext>
            </a:extLst>
          </p:cNvPr>
          <p:cNvSpPr/>
          <p:nvPr/>
        </p:nvSpPr>
        <p:spPr>
          <a:xfrm>
            <a:off x="2071585" y="3906774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D6B0945-959E-46D4-9780-A6377E1640D8}"/>
              </a:ext>
            </a:extLst>
          </p:cNvPr>
          <p:cNvSpPr/>
          <p:nvPr/>
        </p:nvSpPr>
        <p:spPr>
          <a:xfrm>
            <a:off x="4947484" y="3874770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0E396D52-BBC9-4447-B99D-71B7CC888F33}"/>
              </a:ext>
            </a:extLst>
          </p:cNvPr>
          <p:cNvSpPr/>
          <p:nvPr/>
        </p:nvSpPr>
        <p:spPr>
          <a:xfrm>
            <a:off x="8438099" y="2535549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E2305F4F-61DB-4FA5-990D-0B147BC64A1D}"/>
              </a:ext>
            </a:extLst>
          </p:cNvPr>
          <p:cNvSpPr/>
          <p:nvPr/>
        </p:nvSpPr>
        <p:spPr>
          <a:xfrm>
            <a:off x="8438099" y="5213990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078506-7E4C-4F5D-B9A4-35A7E62517A2}"/>
              </a:ext>
            </a:extLst>
          </p:cNvPr>
          <p:cNvSpPr/>
          <p:nvPr/>
        </p:nvSpPr>
        <p:spPr>
          <a:xfrm>
            <a:off x="9655247" y="4672685"/>
            <a:ext cx="2173513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採点の点数が低いとゲーム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オーバー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FB47AD2-AE9E-45A7-968A-6F4AF3BE494A}"/>
              </a:ext>
            </a:extLst>
          </p:cNvPr>
          <p:cNvSpPr/>
          <p:nvPr/>
        </p:nvSpPr>
        <p:spPr>
          <a:xfrm>
            <a:off x="9655246" y="1994245"/>
            <a:ext cx="2173513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合格点の場合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次のステージ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D671C6A-53B5-4013-AC06-4471C2E108FA}"/>
              </a:ext>
            </a:extLst>
          </p:cNvPr>
          <p:cNvSpPr/>
          <p:nvPr/>
        </p:nvSpPr>
        <p:spPr>
          <a:xfrm>
            <a:off x="7702943" y="4021367"/>
            <a:ext cx="914400" cy="2440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D640506-9CA0-4F68-91D2-B99950B4F70C}"/>
              </a:ext>
            </a:extLst>
          </p:cNvPr>
          <p:cNvSpPr/>
          <p:nvPr/>
        </p:nvSpPr>
        <p:spPr>
          <a:xfrm rot="5400000">
            <a:off x="7331375" y="4010024"/>
            <a:ext cx="2427572" cy="21412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16D3496-DFED-417A-A61E-05C4AC640FD4}"/>
              </a:ext>
            </a:extLst>
          </p:cNvPr>
          <p:cNvSpPr/>
          <p:nvPr/>
        </p:nvSpPr>
        <p:spPr>
          <a:xfrm>
            <a:off x="2209800" y="1447800"/>
            <a:ext cx="9144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6EB119F-5233-49A7-BE53-E5BCBEC01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5522" cy="7854696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4DD7AB-D82C-4178-9B63-891A210F7A88}"/>
              </a:ext>
            </a:extLst>
          </p:cNvPr>
          <p:cNvSpPr/>
          <p:nvPr/>
        </p:nvSpPr>
        <p:spPr>
          <a:xfrm>
            <a:off x="3988308" y="283464"/>
            <a:ext cx="4215384" cy="91440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</a:t>
            </a:r>
          </a:p>
        </p:txBody>
      </p:sp>
    </p:spTree>
    <p:extLst>
      <p:ext uri="{BB962C8B-B14F-4D97-AF65-F5344CB8AC3E}">
        <p14:creationId xmlns:p14="http://schemas.microsoft.com/office/powerpoint/2010/main" val="392932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2207F87-BF34-483E-8E1A-06E88B01EC4C}"/>
              </a:ext>
            </a:extLst>
          </p:cNvPr>
          <p:cNvSpPr/>
          <p:nvPr/>
        </p:nvSpPr>
        <p:spPr>
          <a:xfrm>
            <a:off x="21336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2A8A549-BC75-4FDE-A177-B94E9B3EE74A}"/>
              </a:ext>
            </a:extLst>
          </p:cNvPr>
          <p:cNvSpPr/>
          <p:nvPr/>
        </p:nvSpPr>
        <p:spPr>
          <a:xfrm>
            <a:off x="3207800" y="5188037"/>
            <a:ext cx="6324600" cy="14668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制限時間が０になったら終了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お手本どうりかを採点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4D1ECB-59FA-4D84-9FCA-15BB21D33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96" y="0"/>
            <a:ext cx="9802368" cy="511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6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40A768-F67B-4920-B60C-4E4E518CFD24}"/>
              </a:ext>
            </a:extLst>
          </p:cNvPr>
          <p:cNvSpPr/>
          <p:nvPr/>
        </p:nvSpPr>
        <p:spPr>
          <a:xfrm>
            <a:off x="184014" y="453350"/>
            <a:ext cx="5911986" cy="28540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既存のゲームとの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差別点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D720-4F32-47AB-A04F-C0226CFDB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986" y="2348834"/>
            <a:ext cx="6280014" cy="39814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5A6B13-698C-466F-8857-1D17DD41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4059"/>
            <a:ext cx="5911986" cy="408622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2D33BF-6DBF-49C0-BADC-46794B569439}"/>
              </a:ext>
            </a:extLst>
          </p:cNvPr>
          <p:cNvSpPr/>
          <p:nvPr/>
        </p:nvSpPr>
        <p:spPr>
          <a:xfrm>
            <a:off x="7143749" y="757083"/>
            <a:ext cx="3571875" cy="9288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4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このゲームは筆目線</a:t>
            </a:r>
          </a:p>
        </p:txBody>
      </p:sp>
    </p:spTree>
    <p:extLst>
      <p:ext uri="{BB962C8B-B14F-4D97-AF65-F5344CB8AC3E}">
        <p14:creationId xmlns:p14="http://schemas.microsoft.com/office/powerpoint/2010/main" val="1417576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4BBD830-09D9-4A07-A52B-EC8B6E69593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B5A4323-F76A-4BC8-AF9B-DBF0CF5F1BDB}"/>
              </a:ext>
            </a:extLst>
          </p:cNvPr>
          <p:cNvSpPr/>
          <p:nvPr/>
        </p:nvSpPr>
        <p:spPr>
          <a:xfrm>
            <a:off x="3724275" y="2162175"/>
            <a:ext cx="6076950" cy="26574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終わり</a:t>
            </a:r>
          </a:p>
        </p:txBody>
      </p:sp>
    </p:spTree>
    <p:extLst>
      <p:ext uri="{BB962C8B-B14F-4D97-AF65-F5344CB8AC3E}">
        <p14:creationId xmlns:p14="http://schemas.microsoft.com/office/powerpoint/2010/main" val="4151086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56CE55-53D8-4113-BD6F-C0AB21771132}"/>
              </a:ext>
            </a:extLst>
          </p:cNvPr>
          <p:cNvSpPr/>
          <p:nvPr/>
        </p:nvSpPr>
        <p:spPr>
          <a:xfrm>
            <a:off x="184013" y="560120"/>
            <a:ext cx="8308233" cy="1138136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r">
              <a:lnSpc>
                <a:spcPct val="150000"/>
              </a:lnSpc>
            </a:pPr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このゲームで一番面白い瞬間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r">
              <a:lnSpc>
                <a:spcPct val="150000"/>
              </a:lnSpc>
            </a:pPr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AC67377-142B-4D87-834E-4FEDAD2A2B5F}"/>
              </a:ext>
            </a:extLst>
          </p:cNvPr>
          <p:cNvSpPr txBox="1"/>
          <p:nvPr/>
        </p:nvSpPr>
        <p:spPr>
          <a:xfrm>
            <a:off x="1847379" y="5248071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なにをさせたいのか　どんな気持ちにさせたい</a:t>
            </a:r>
            <a:endParaRPr kumimoji="1" lang="en-US" altLang="ja-JP" sz="1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E00C1E-5F09-44B3-9D60-249CD5642B5B}"/>
              </a:ext>
            </a:extLst>
          </p:cNvPr>
          <p:cNvSpPr/>
          <p:nvPr/>
        </p:nvSpPr>
        <p:spPr>
          <a:xfrm>
            <a:off x="515158" y="3037741"/>
            <a:ext cx="2947481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自分の書いた文字に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満足できるとき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507A22D-974F-4D2F-9E4C-0869B25B6561}"/>
              </a:ext>
            </a:extLst>
          </p:cNvPr>
          <p:cNvSpPr/>
          <p:nvPr/>
        </p:nvSpPr>
        <p:spPr>
          <a:xfrm>
            <a:off x="8444013" y="4149085"/>
            <a:ext cx="2947481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達成感・満足感・誇らしさ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50A8EDE-AF58-4584-A9E5-71C8FCCEDEDD}"/>
              </a:ext>
            </a:extLst>
          </p:cNvPr>
          <p:cNvSpPr/>
          <p:nvPr/>
        </p:nvSpPr>
        <p:spPr>
          <a:xfrm>
            <a:off x="1605063" y="1738000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EA132F-B1B2-4B4C-897B-F2F5D7F95870}"/>
              </a:ext>
            </a:extLst>
          </p:cNvPr>
          <p:cNvSpPr/>
          <p:nvPr/>
        </p:nvSpPr>
        <p:spPr>
          <a:xfrm>
            <a:off x="7966951" y="1425263"/>
            <a:ext cx="3901603" cy="156854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プレイヤーが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どう感じるか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837F0AB4-6508-4619-9F4E-827A6B1D64EE}"/>
              </a:ext>
            </a:extLst>
          </p:cNvPr>
          <p:cNvSpPr/>
          <p:nvPr/>
        </p:nvSpPr>
        <p:spPr>
          <a:xfrm>
            <a:off x="322032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905904F0-FEAE-48AF-B206-826D19493D03}"/>
              </a:ext>
            </a:extLst>
          </p:cNvPr>
          <p:cNvSpPr/>
          <p:nvPr/>
        </p:nvSpPr>
        <p:spPr>
          <a:xfrm>
            <a:off x="5487273" y="5657358"/>
            <a:ext cx="484632" cy="46405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D1C65D6-BC17-41B6-8B2F-678CFB6D3777}"/>
              </a:ext>
            </a:extLst>
          </p:cNvPr>
          <p:cNvSpPr/>
          <p:nvPr/>
        </p:nvSpPr>
        <p:spPr>
          <a:xfrm>
            <a:off x="5353049" y="6172200"/>
            <a:ext cx="695325" cy="57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満足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AF0D3BD-546E-4F94-BF34-BE6901DB6F25}"/>
              </a:ext>
            </a:extLst>
          </p:cNvPr>
          <p:cNvSpPr/>
          <p:nvPr/>
        </p:nvSpPr>
        <p:spPr>
          <a:xfrm>
            <a:off x="3133725" y="6121416"/>
            <a:ext cx="695325" cy="5715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書道</a:t>
            </a:r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34CE8FD6-5703-457F-8DC5-ED2DE81E2FA0}"/>
              </a:ext>
            </a:extLst>
          </p:cNvPr>
          <p:cNvSpPr/>
          <p:nvPr/>
        </p:nvSpPr>
        <p:spPr>
          <a:xfrm>
            <a:off x="9544611" y="2868808"/>
            <a:ext cx="484632" cy="978408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47880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5AC1EE1-F107-4938-BD9B-9266B364809B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制作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技術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2A48834-5186-46A9-BA93-D439F279654F}"/>
              </a:ext>
            </a:extLst>
          </p:cNvPr>
          <p:cNvSpPr/>
          <p:nvPr/>
        </p:nvSpPr>
        <p:spPr>
          <a:xfrm>
            <a:off x="1266825" y="2310725"/>
            <a:ext cx="1924050" cy="11182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ユニティー</a:t>
            </a:r>
          </a:p>
        </p:txBody>
      </p:sp>
    </p:spTree>
    <p:extLst>
      <p:ext uri="{BB962C8B-B14F-4D97-AF65-F5344CB8AC3E}">
        <p14:creationId xmlns:p14="http://schemas.microsoft.com/office/powerpoint/2010/main" val="2589915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4102149-CCAB-4E46-B501-ED321D88C867}"/>
              </a:ext>
            </a:extLst>
          </p:cNvPr>
          <p:cNvSpPr/>
          <p:nvPr/>
        </p:nvSpPr>
        <p:spPr>
          <a:xfrm>
            <a:off x="184014" y="453349"/>
            <a:ext cx="7782939" cy="208556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仕組みがどうおもしろく</a:t>
            </a:r>
            <a:endParaRPr kumimoji="1"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なるのかの説明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267747B-5E96-4DCD-BFCC-F90DF3DABE9C}"/>
              </a:ext>
            </a:extLst>
          </p:cNvPr>
          <p:cNvSpPr/>
          <p:nvPr/>
        </p:nvSpPr>
        <p:spPr>
          <a:xfrm>
            <a:off x="1323974" y="3200399"/>
            <a:ext cx="5534025" cy="14954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このゲームは止まれないので判断力が求められる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そして普段しないマウスによって字を描く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この二つが合わさることによって新しい体験が生まれる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7679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1118</TotalTime>
  <Words>281</Words>
  <Application>Microsoft Office PowerPoint</Application>
  <PresentationFormat>ワイド画面</PresentationFormat>
  <Paragraphs>62</Paragraphs>
  <Slides>13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65</cp:revision>
  <dcterms:created xsi:type="dcterms:W3CDTF">2013-01-27T09:14:16Z</dcterms:created>
  <dcterms:modified xsi:type="dcterms:W3CDTF">2026-10-05T06:24:06Z</dcterms:modified>
  <cp:category/>
</cp:coreProperties>
</file>