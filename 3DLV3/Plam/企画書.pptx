
<file path=[Content_Types].xml><?xml version="1.0" encoding="utf-8"?>
<Types xmlns="http://schemas.openxmlformats.org/package/2006/content-types">
  <Default Extension="jpe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1"/>
  </p:sldMasterIdLst>
  <p:notesMasterIdLst>
    <p:notesMasterId r:id="rId16"/>
  </p:notesMasterIdLst>
  <p:sldIdLst>
    <p:sldId id="264" r:id="rId2"/>
    <p:sldId id="275" r:id="rId3"/>
    <p:sldId id="258" r:id="rId4"/>
    <p:sldId id="263" r:id="rId5"/>
    <p:sldId id="259" r:id="rId6"/>
    <p:sldId id="257" r:id="rId7"/>
    <p:sldId id="261" r:id="rId8"/>
    <p:sldId id="273" r:id="rId9"/>
    <p:sldId id="265" r:id="rId10"/>
    <p:sldId id="268" r:id="rId11"/>
    <p:sldId id="274" r:id="rId12"/>
    <p:sldId id="267" r:id="rId13"/>
    <p:sldId id="271" r:id="rId14"/>
    <p:sldId id="266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263746"/>
    <a:srgbClr val="8DD9EE"/>
    <a:srgbClr val="123B5A"/>
    <a:srgbClr val="DDF3FA"/>
    <a:srgbClr val="263238"/>
    <a:srgbClr val="123A5A"/>
    <a:srgbClr val="D8F0FA"/>
    <a:srgbClr val="EA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53" autoAdjust="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suke yamamoto" userId="516c4d66ab16f868" providerId="LiveId" clId="{3DBCF2D6-846C-4AC5-B769-15D59CED32E7}"/>
    <pc:docChg chg="undo custSel addSld modSld sldOrd">
      <pc:chgData name="kousuke yamamoto" userId="516c4d66ab16f868" providerId="LiveId" clId="{3DBCF2D6-846C-4AC5-B769-15D59CED32E7}" dt="2026-10-06T05:13:21.631" v="53"/>
      <pc:docMkLst>
        <pc:docMk/>
      </pc:docMkLst>
      <pc:sldChg chg="addSp delSp modSp mod">
        <pc:chgData name="kousuke yamamoto" userId="516c4d66ab16f868" providerId="LiveId" clId="{3DBCF2D6-846C-4AC5-B769-15D59CED32E7}" dt="2026-10-06T04:59:45.408" v="51" actId="14100"/>
        <pc:sldMkLst>
          <pc:docMk/>
          <pc:sldMk cId="0" sldId="261"/>
        </pc:sldMkLst>
        <pc:spChg chg="add del mod">
          <ac:chgData name="kousuke yamamoto" userId="516c4d66ab16f868" providerId="LiveId" clId="{3DBCF2D6-846C-4AC5-B769-15D59CED32E7}" dt="2026-10-06T04:59:25.854" v="28" actId="478"/>
          <ac:spMkLst>
            <pc:docMk/>
            <pc:sldMk cId="0" sldId="261"/>
            <ac:spMk id="2" creationId="{F821687B-3030-42F0-A24A-7C58AE191B85}"/>
          </ac:spMkLst>
        </pc:spChg>
        <pc:spChg chg="mod">
          <ac:chgData name="kousuke yamamoto" userId="516c4d66ab16f868" providerId="LiveId" clId="{3DBCF2D6-846C-4AC5-B769-15D59CED32E7}" dt="2026-10-06T04:59:45.408" v="51" actId="14100"/>
          <ac:spMkLst>
            <pc:docMk/>
            <pc:sldMk cId="0" sldId="261"/>
            <ac:spMk id="3" creationId="{70EAE7B8-2E7A-4AF5-9F80-324BE3D322C8}"/>
          </ac:spMkLst>
        </pc:spChg>
      </pc:sldChg>
      <pc:sldChg chg="addSp modSp new mod ord">
        <pc:chgData name="kousuke yamamoto" userId="516c4d66ab16f868" providerId="LiveId" clId="{3DBCF2D6-846C-4AC5-B769-15D59CED32E7}" dt="2026-10-06T05:13:21.631" v="53"/>
        <pc:sldMkLst>
          <pc:docMk/>
          <pc:sldMk cId="1368519107" sldId="275"/>
        </pc:sldMkLst>
        <pc:spChg chg="add mod">
          <ac:chgData name="kousuke yamamoto" userId="516c4d66ab16f868" providerId="LiveId" clId="{3DBCF2D6-846C-4AC5-B769-15D59CED32E7}" dt="2026-10-06T04:58:09.988" v="20" actId="1076"/>
          <ac:spMkLst>
            <pc:docMk/>
            <pc:sldMk cId="1368519107" sldId="275"/>
            <ac:spMk id="2" creationId="{833A4E06-EE75-40A7-A1FD-D57D73A87C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3BABC-04D1-40FF-A826-E108E600BEAD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18AC2-2250-4479-91AF-2B392C52A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676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18AC2-2250-4479-91AF-2B392C52A59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1994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18AC2-2250-4479-91AF-2B392C52A59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9925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4AA89A-4FD6-410D-98A4-CDDDACB4D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3B7692-8F70-4319-8B2E-6119C3CA8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FB948F-A1AE-49BA-9D0F-FF09A8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B08FA4-C126-4017-B117-E1068C90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8AAC90-7ECB-4985-9001-2A24AFB5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1978C-C2EA-47ED-B3A6-C4685693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DA96DB-DD84-4A59-BA32-353FC569D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25FC3-FA6C-4808-BD0B-6379E79E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D3FCD7-D70F-4A79-8B61-066F11841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840BE6-FD58-4408-87A6-EF8FBA0E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0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0BFE32-1BB1-4B8F-BAFD-B05AF5D1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7917F7-841D-4C80-A9D9-77AC1DFC9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7B159B-232F-48DE-805F-77F042B3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3B963A-B036-4CEF-96F0-74D9FCA4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3822D8-6914-4AFC-A4FF-69FB2372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2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CB3C6D-48CF-42EF-B5B4-7A969B15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4069B9-E893-403B-9279-364D8C666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1FEAB4-24BA-49EB-B90D-DA135D23D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31607F-603A-41C6-9529-B4063FDB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97781A-F984-45E7-A0F5-0E08A72C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A325EF-779C-4205-A351-2096609A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4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7330BA-C62C-47E8-82A7-E6703338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400F23-CE37-443E-AA3A-D7E24D2F9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D35A09-324D-45D0-90EA-F86A693F9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22DA707-1C25-4C43-841E-BFE644C86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9327190-65AC-44BA-ACE1-497CF46E2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94C7B01-EDF8-4B3F-BAF3-F8EE338A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84D3EC0-7B88-4803-9501-329AAC79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CB42BF-BBA7-49DE-ADE4-C67E52FA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9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D54E6B-30D6-4007-A3B5-A86D131D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7C5C9B-5101-4F67-BD20-588558B3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8FD2F83-F5B8-4A27-84F2-D99A43EE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203727D-189F-475D-B02D-520EE9D72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1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78C4C61-7344-4435-9376-04565DB79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83EFB45-94E9-4071-A44E-ADAE80FE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F63773-7012-4D90-B18D-497DDF3F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71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15B740-B65A-4E7E-8297-15C5CC2F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1D5B80-699A-4C50-A108-073865E5A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660166-67BD-4651-AB11-E8C51C0E4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AB8886-FB6C-45AA-9AE6-21B2EE978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6AB80F-2F20-4440-82E0-C3A1FC2E6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579024-AB5F-4D27-A41C-F1C4CCDF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6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684458-5E97-4E29-AA43-9949E0B8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669EC36-E65D-4B71-9336-BFC6394C5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96C547-2F68-47E4-B42C-B3B804571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1E8956-A15C-4E87-9E8E-39BCB6F0A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8BD40F-24F1-4D50-9EE1-CD7F912D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8571B2-3159-4D42-A344-0E42097C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3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BA728-C0DE-4485-98CA-CBC99DB81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9F6F21-022A-40FE-AF1D-3FCED0644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642CBA-2A36-4961-919D-2136F672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5CB4DE-64F5-4228-90B2-6B537250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2392EC-854D-485C-9A2B-4BD899B3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0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2B091DA-4C4D-454A-95C4-CAEF2CEA1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277D5C9-6A9A-42EE-8F67-6AECA873D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0B2D21-F05C-4D5C-8221-5E5800FC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4B0A77-887A-42B7-9237-16744A00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DD86AF-B1FB-489C-9672-A8BDE71A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08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71F015-F5EC-4FB5-A547-FCE7F090B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7DA307-7903-4BEA-8989-D13858814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9C99A8-F8C5-43B9-8CE6-A7F0F7BD2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9AE351-CB76-4220-8F44-E1FB0BD60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84726-8B01-485A-96BD-D8955A14A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4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C9E4263-8370-4EC0-B987-B59700E54FA7}"/>
              </a:ext>
            </a:extLst>
          </p:cNvPr>
          <p:cNvSpPr/>
          <p:nvPr/>
        </p:nvSpPr>
        <p:spPr>
          <a:xfrm>
            <a:off x="1124354" y="2514599"/>
            <a:ext cx="10077045" cy="22383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俺が筆だ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D15FD0-936A-427E-B92E-3358E9AE87D9}"/>
              </a:ext>
            </a:extLst>
          </p:cNvPr>
          <p:cNvSpPr/>
          <p:nvPr/>
        </p:nvSpPr>
        <p:spPr>
          <a:xfrm>
            <a:off x="1890913" y="5133974"/>
            <a:ext cx="8543925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ジャンル　お絵描き</a:t>
            </a:r>
          </a:p>
        </p:txBody>
      </p:sp>
    </p:spTree>
    <p:extLst>
      <p:ext uri="{BB962C8B-B14F-4D97-AF65-F5344CB8AC3E}">
        <p14:creationId xmlns:p14="http://schemas.microsoft.com/office/powerpoint/2010/main" val="362260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33A4E06-EE75-40A7-A1FD-D57D73A87CA8}"/>
              </a:ext>
            </a:extLst>
          </p:cNvPr>
          <p:cNvSpPr/>
          <p:nvPr/>
        </p:nvSpPr>
        <p:spPr>
          <a:xfrm>
            <a:off x="957072" y="2121408"/>
            <a:ext cx="10421112" cy="13075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ターゲット</a:t>
            </a: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「普通のお絵描きゲームとは違う、新しい操作感のゲームを遊びたい人」</a:t>
            </a:r>
            <a:endParaRPr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68519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1883C96-B356-4D47-AEE6-060822A71E95}"/>
              </a:ext>
            </a:extLst>
          </p:cNvPr>
          <p:cNvSpPr/>
          <p:nvPr/>
        </p:nvSpPr>
        <p:spPr>
          <a:xfrm>
            <a:off x="184014" y="453350"/>
            <a:ext cx="2860743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概要</a:t>
            </a:r>
            <a:endParaRPr kumimoji="1" lang="ja-JP" altLang="en-US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32B2933-ECB3-4D47-BADF-E85DEDDE1079}"/>
              </a:ext>
            </a:extLst>
          </p:cNvPr>
          <p:cNvSpPr/>
          <p:nvPr/>
        </p:nvSpPr>
        <p:spPr>
          <a:xfrm>
            <a:off x="2409825" y="1514475"/>
            <a:ext cx="7162800" cy="3143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筆からの一人称視点で文字や図形を描くゲーム</a:t>
            </a:r>
            <a:br>
              <a:rPr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お手本にどれだけ近く描けたかでスコアが決まる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5CD39B-352C-4F01-BE6D-A4829B18AD09}"/>
              </a:ext>
            </a:extLst>
          </p:cNvPr>
          <p:cNvSpPr/>
          <p:nvPr/>
        </p:nvSpPr>
        <p:spPr>
          <a:xfrm>
            <a:off x="-1190625" y="816472"/>
            <a:ext cx="6381345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特徴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7044888-34FD-453D-A8B7-907DE840F839}"/>
              </a:ext>
            </a:extLst>
          </p:cNvPr>
          <p:cNvSpPr/>
          <p:nvPr/>
        </p:nvSpPr>
        <p:spPr>
          <a:xfrm>
            <a:off x="-1190625" y="2781612"/>
            <a:ext cx="6381345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特徴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FEE659E-B045-4A4D-A85F-A220648CB2D1}"/>
              </a:ext>
            </a:extLst>
          </p:cNvPr>
          <p:cNvSpPr/>
          <p:nvPr/>
        </p:nvSpPr>
        <p:spPr>
          <a:xfrm>
            <a:off x="4438644" y="331661"/>
            <a:ext cx="6257925" cy="18840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一人称視点で、自分が動いて絵を描ける</a:t>
            </a:r>
            <a:endParaRPr lang="en-US" altLang="ja-JP" sz="2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普段のタイピングや習字とは異なり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筆そのものになって描く新しい体験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1CC81D0-7A6F-4454-B188-C57577CE4627}"/>
              </a:ext>
            </a:extLst>
          </p:cNvPr>
          <p:cNvSpPr/>
          <p:nvPr/>
        </p:nvSpPr>
        <p:spPr>
          <a:xfrm>
            <a:off x="4438643" y="4709234"/>
            <a:ext cx="6257925" cy="13744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250000"/>
              </a:lnSpc>
            </a:pPr>
            <a:r>
              <a:rPr lang="ja-JP" altLang="en-US" sz="3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動いて描く、お絵描きゲーム</a:t>
            </a:r>
          </a:p>
          <a:p>
            <a:pPr algn="ctr"/>
            <a:endParaRPr lang="ja-JP" altLang="en-US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5ACCE8A-27EB-451B-87A3-5168A4E96E66}"/>
              </a:ext>
            </a:extLst>
          </p:cNvPr>
          <p:cNvSpPr/>
          <p:nvPr/>
        </p:nvSpPr>
        <p:spPr>
          <a:xfrm>
            <a:off x="4438645" y="2567300"/>
            <a:ext cx="6257925" cy="1343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３つのモード、異なる描き方ができる</a:t>
            </a:r>
            <a:endParaRPr lang="en-US" altLang="ja-JP" sz="2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目的に合わせた遊び方を楽しめる</a:t>
            </a:r>
            <a:endParaRPr lang="en-US" altLang="ja-JP" sz="2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96A2368-A0B5-46DB-AC90-58BE3C12438C}"/>
              </a:ext>
            </a:extLst>
          </p:cNvPr>
          <p:cNvSpPr/>
          <p:nvPr/>
        </p:nvSpPr>
        <p:spPr>
          <a:xfrm>
            <a:off x="309359" y="4939279"/>
            <a:ext cx="3381376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一言で</a:t>
            </a:r>
            <a:endParaRPr kumimoji="1" lang="ja-JP" altLang="en-US" sz="36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E8F76E-6904-409A-AC76-C9CCF9F1E885}"/>
              </a:ext>
            </a:extLst>
          </p:cNvPr>
          <p:cNvSpPr/>
          <p:nvPr/>
        </p:nvSpPr>
        <p:spPr>
          <a:xfrm>
            <a:off x="184014" y="453350"/>
            <a:ext cx="2860743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操作方法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28E3EEC-ED19-44E5-A90C-4BE60A2D4ABD}"/>
              </a:ext>
            </a:extLst>
          </p:cNvPr>
          <p:cNvSpPr/>
          <p:nvPr/>
        </p:nvSpPr>
        <p:spPr>
          <a:xfrm>
            <a:off x="184014" y="1550722"/>
            <a:ext cx="1333499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マウス操作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1F8B859-E7F9-45FF-8D65-1077BE9574CA}"/>
              </a:ext>
            </a:extLst>
          </p:cNvPr>
          <p:cNvSpPr/>
          <p:nvPr/>
        </p:nvSpPr>
        <p:spPr>
          <a:xfrm>
            <a:off x="6096000" y="1464997"/>
            <a:ext cx="206692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右クリックで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加速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60C3470-23D4-43F0-BC82-8A64EEC90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910549"/>
            <a:ext cx="6086476" cy="6858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39B8330-3DA0-47C8-ACDE-4B870CB5A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387" y="136775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ED09CAE-1C4B-43BB-9B32-E9317E478F10}"/>
              </a:ext>
            </a:extLst>
          </p:cNvPr>
          <p:cNvSpPr/>
          <p:nvPr/>
        </p:nvSpPr>
        <p:spPr>
          <a:xfrm>
            <a:off x="184014" y="453350"/>
            <a:ext cx="2860743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ルール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033127-4D4D-4EC3-A27C-804E62C27528}"/>
              </a:ext>
            </a:extLst>
          </p:cNvPr>
          <p:cNvSpPr/>
          <p:nvPr/>
        </p:nvSpPr>
        <p:spPr>
          <a:xfrm>
            <a:off x="4133851" y="996283"/>
            <a:ext cx="7096125" cy="12154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１　筆や乗り物を操作し、移動した後の軌跡でお手本を描く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２　制限時間以内に作品を完成させる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３　書いた作品の点数が基準に満たない場合　ゲームオーバー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30C44BD-C3CF-4D21-8AC1-84E72A8C316D}"/>
              </a:ext>
            </a:extLst>
          </p:cNvPr>
          <p:cNvSpPr/>
          <p:nvPr/>
        </p:nvSpPr>
        <p:spPr>
          <a:xfrm>
            <a:off x="4133845" y="453350"/>
            <a:ext cx="7096126" cy="5429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お手本モード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A95D87C-FEF3-467E-B1FF-6608DFB43B23}"/>
              </a:ext>
            </a:extLst>
          </p:cNvPr>
          <p:cNvSpPr/>
          <p:nvPr/>
        </p:nvSpPr>
        <p:spPr>
          <a:xfrm>
            <a:off x="4133850" y="2755553"/>
            <a:ext cx="7096126" cy="5429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自由</a:t>
            </a:r>
            <a:r>
              <a:rPr kumimoji="1" lang="ja-JP" altLang="en-US" sz="3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0039B03-7452-4948-AB40-CEC2825954EC}"/>
              </a:ext>
            </a:extLst>
          </p:cNvPr>
          <p:cNvSpPr/>
          <p:nvPr/>
        </p:nvSpPr>
        <p:spPr>
          <a:xfrm>
            <a:off x="4133850" y="4699570"/>
            <a:ext cx="7096126" cy="5429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お題</a:t>
            </a:r>
            <a:r>
              <a:rPr kumimoji="1" lang="ja-JP" altLang="en-US" sz="3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3BABEA7-2FB4-4D0E-9CE5-C9EE47AFD26F}"/>
              </a:ext>
            </a:extLst>
          </p:cNvPr>
          <p:cNvSpPr/>
          <p:nvPr/>
        </p:nvSpPr>
        <p:spPr>
          <a:xfrm>
            <a:off x="4133851" y="5242503"/>
            <a:ext cx="709612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１　出されたお題に沿った絵を、自由な描き方で完成させる</a:t>
            </a:r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0E15D93-A5A7-4816-B984-006258B007B4}"/>
              </a:ext>
            </a:extLst>
          </p:cNvPr>
          <p:cNvSpPr/>
          <p:nvPr/>
        </p:nvSpPr>
        <p:spPr>
          <a:xfrm>
            <a:off x="4133844" y="3241337"/>
            <a:ext cx="709612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１　筆を操作し、自由に書く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0EAE7B8-2E7A-4AF5-9F80-324BE3D322C8}"/>
              </a:ext>
            </a:extLst>
          </p:cNvPr>
          <p:cNvSpPr/>
          <p:nvPr/>
        </p:nvSpPr>
        <p:spPr>
          <a:xfrm>
            <a:off x="184014" y="453350"/>
            <a:ext cx="9060570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ゲームの流れ（お手本モード）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A6CE379-9DB5-4E43-AE4A-565D343B3DEF}"/>
              </a:ext>
            </a:extLst>
          </p:cNvPr>
          <p:cNvSpPr/>
          <p:nvPr/>
        </p:nvSpPr>
        <p:spPr>
          <a:xfrm>
            <a:off x="363240" y="3429000"/>
            <a:ext cx="1461985" cy="142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お手本を確認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1870252-9069-4CF2-BDB1-5539DA6535CC}"/>
              </a:ext>
            </a:extLst>
          </p:cNvPr>
          <p:cNvSpPr/>
          <p:nvPr/>
        </p:nvSpPr>
        <p:spPr>
          <a:xfrm>
            <a:off x="3239547" y="3429000"/>
            <a:ext cx="1461985" cy="142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描く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95A4AA4-1310-49B0-B0FA-38D93BAA4E46}"/>
              </a:ext>
            </a:extLst>
          </p:cNvPr>
          <p:cNvSpPr/>
          <p:nvPr/>
        </p:nvSpPr>
        <p:spPr>
          <a:xfrm>
            <a:off x="6083425" y="3429000"/>
            <a:ext cx="1461985" cy="142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採点</a:t>
            </a:r>
            <a:endParaRPr kumimoji="1"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B583C0F8-8C54-4417-9EE0-84A0AF84E0DF}"/>
              </a:ext>
            </a:extLst>
          </p:cNvPr>
          <p:cNvSpPr/>
          <p:nvPr/>
        </p:nvSpPr>
        <p:spPr>
          <a:xfrm>
            <a:off x="2071585" y="3906774"/>
            <a:ext cx="978408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0D6B0945-959E-46D4-9780-A6377E1640D8}"/>
              </a:ext>
            </a:extLst>
          </p:cNvPr>
          <p:cNvSpPr/>
          <p:nvPr/>
        </p:nvSpPr>
        <p:spPr>
          <a:xfrm>
            <a:off x="4947484" y="3874770"/>
            <a:ext cx="978408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0E396D52-BBC9-4447-B99D-71B7CC888F33}"/>
              </a:ext>
            </a:extLst>
          </p:cNvPr>
          <p:cNvSpPr/>
          <p:nvPr/>
        </p:nvSpPr>
        <p:spPr>
          <a:xfrm>
            <a:off x="8438099" y="2535549"/>
            <a:ext cx="978408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E2305F4F-61DB-4FA5-990D-0B147BC64A1D}"/>
              </a:ext>
            </a:extLst>
          </p:cNvPr>
          <p:cNvSpPr/>
          <p:nvPr/>
        </p:nvSpPr>
        <p:spPr>
          <a:xfrm>
            <a:off x="8438099" y="5213990"/>
            <a:ext cx="978408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A078506-7E4C-4F5D-B9A4-35A7E62517A2}"/>
              </a:ext>
            </a:extLst>
          </p:cNvPr>
          <p:cNvSpPr/>
          <p:nvPr/>
        </p:nvSpPr>
        <p:spPr>
          <a:xfrm>
            <a:off x="9655247" y="4672685"/>
            <a:ext cx="2173513" cy="15672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採点の点数が低いとゲーム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オーバー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FB47AD2-AE9E-45A7-968A-6F4AF3BE494A}"/>
              </a:ext>
            </a:extLst>
          </p:cNvPr>
          <p:cNvSpPr/>
          <p:nvPr/>
        </p:nvSpPr>
        <p:spPr>
          <a:xfrm>
            <a:off x="9655246" y="1994245"/>
            <a:ext cx="2173513" cy="15672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合格点の場合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次のステージ</a:t>
            </a:r>
            <a:endParaRPr kumimoji="1"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D671C6A-53B5-4013-AC06-4471C2E108FA}"/>
              </a:ext>
            </a:extLst>
          </p:cNvPr>
          <p:cNvSpPr/>
          <p:nvPr/>
        </p:nvSpPr>
        <p:spPr>
          <a:xfrm>
            <a:off x="7702943" y="4021367"/>
            <a:ext cx="914400" cy="2440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D640506-9CA0-4F68-91D2-B99950B4F70C}"/>
              </a:ext>
            </a:extLst>
          </p:cNvPr>
          <p:cNvSpPr/>
          <p:nvPr/>
        </p:nvSpPr>
        <p:spPr>
          <a:xfrm rot="5400000">
            <a:off x="7331375" y="4010024"/>
            <a:ext cx="2427572" cy="2141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16D3496-DFED-417A-A61E-05C4AC640FD4}"/>
              </a:ext>
            </a:extLst>
          </p:cNvPr>
          <p:cNvSpPr/>
          <p:nvPr/>
        </p:nvSpPr>
        <p:spPr>
          <a:xfrm>
            <a:off x="2209800" y="1447800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採点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6EB119F-5233-49A7-BE53-E5BCBEC01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5522" cy="7854696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74DD7AB-D82C-4178-9B63-891A210F7A88}"/>
              </a:ext>
            </a:extLst>
          </p:cNvPr>
          <p:cNvSpPr/>
          <p:nvPr/>
        </p:nvSpPr>
        <p:spPr>
          <a:xfrm>
            <a:off x="3988308" y="283464"/>
            <a:ext cx="4215384" cy="9144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ゲーム画面</a:t>
            </a:r>
          </a:p>
        </p:txBody>
      </p:sp>
    </p:spTree>
    <p:extLst>
      <p:ext uri="{BB962C8B-B14F-4D97-AF65-F5344CB8AC3E}">
        <p14:creationId xmlns:p14="http://schemas.microsoft.com/office/powerpoint/2010/main" val="3929329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2207F87-BF34-483E-8E1A-06E88B01EC4C}"/>
              </a:ext>
            </a:extLst>
          </p:cNvPr>
          <p:cNvSpPr/>
          <p:nvPr/>
        </p:nvSpPr>
        <p:spPr>
          <a:xfrm>
            <a:off x="21336" y="453350"/>
            <a:ext cx="2860743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採点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2A8A549-BC75-4FDE-A177-B94E9B3EE74A}"/>
              </a:ext>
            </a:extLst>
          </p:cNvPr>
          <p:cNvSpPr/>
          <p:nvPr/>
        </p:nvSpPr>
        <p:spPr>
          <a:xfrm>
            <a:off x="3207800" y="5188037"/>
            <a:ext cx="6324600" cy="14668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制限時間が０になったら終了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お手本どうりかを採点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A4D1ECB-59FA-4D84-9FCA-15BB21D33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96" y="0"/>
            <a:ext cx="9802368" cy="511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6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840A768-F67B-4920-B60C-4E4E518CFD24}"/>
              </a:ext>
            </a:extLst>
          </p:cNvPr>
          <p:cNvSpPr/>
          <p:nvPr/>
        </p:nvSpPr>
        <p:spPr>
          <a:xfrm>
            <a:off x="184014" y="453350"/>
            <a:ext cx="5911986" cy="285405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既存のゲームとの</a:t>
            </a:r>
            <a:endParaRPr lang="en-US" altLang="ja-JP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差別点</a:t>
            </a:r>
            <a:endParaRPr lang="en-US" altLang="ja-JP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ja-JP" altLang="en-US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258D720-4F32-47AB-A04F-C0226CFDB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986" y="2348834"/>
            <a:ext cx="6280014" cy="398145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15A6B13-698C-466F-8857-1D17DD414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4059"/>
            <a:ext cx="5911986" cy="408622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E2D33BF-6DBF-49C0-BADC-46794B569439}"/>
              </a:ext>
            </a:extLst>
          </p:cNvPr>
          <p:cNvSpPr/>
          <p:nvPr/>
        </p:nvSpPr>
        <p:spPr>
          <a:xfrm>
            <a:off x="7143749" y="757083"/>
            <a:ext cx="3571875" cy="9288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このゲームは筆目線</a:t>
            </a:r>
          </a:p>
        </p:txBody>
      </p:sp>
    </p:spTree>
    <p:extLst>
      <p:ext uri="{BB962C8B-B14F-4D97-AF65-F5344CB8AC3E}">
        <p14:creationId xmlns:p14="http://schemas.microsoft.com/office/powerpoint/2010/main" val="1417576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4BBD830-09D9-4A07-A52B-EC8B6E6959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5A4323-F76A-4BC8-AF9B-DBF0CF5F1BDB}"/>
              </a:ext>
            </a:extLst>
          </p:cNvPr>
          <p:cNvSpPr/>
          <p:nvPr/>
        </p:nvSpPr>
        <p:spPr>
          <a:xfrm>
            <a:off x="3724275" y="2162175"/>
            <a:ext cx="6076950" cy="26574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終わり</a:t>
            </a:r>
          </a:p>
        </p:txBody>
      </p:sp>
    </p:spTree>
    <p:extLst>
      <p:ext uri="{BB962C8B-B14F-4D97-AF65-F5344CB8AC3E}">
        <p14:creationId xmlns:p14="http://schemas.microsoft.com/office/powerpoint/2010/main" val="4151086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A56CE55-53D8-4113-BD6F-C0AB21771132}"/>
              </a:ext>
            </a:extLst>
          </p:cNvPr>
          <p:cNvSpPr/>
          <p:nvPr/>
        </p:nvSpPr>
        <p:spPr>
          <a:xfrm>
            <a:off x="184013" y="560120"/>
            <a:ext cx="8308233" cy="113813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r">
              <a:lnSpc>
                <a:spcPct val="150000"/>
              </a:lnSpc>
            </a:pPr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このゲームで一番面白い瞬間</a:t>
            </a:r>
            <a:endParaRPr kumimoji="1" lang="en-US" altLang="ja-JP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>
              <a:lnSpc>
                <a:spcPct val="150000"/>
              </a:lnSpc>
            </a:pPr>
            <a:endParaRPr kumimoji="1" lang="en-US" altLang="ja-JP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>
              <a:lnSpc>
                <a:spcPct val="150000"/>
              </a:lnSpc>
            </a:pPr>
            <a:endParaRPr kumimoji="1" lang="ja-JP" altLang="en-US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AC67377-142B-4D87-834E-4FEDAD2A2B5F}"/>
              </a:ext>
            </a:extLst>
          </p:cNvPr>
          <p:cNvSpPr txBox="1"/>
          <p:nvPr/>
        </p:nvSpPr>
        <p:spPr>
          <a:xfrm>
            <a:off x="1847379" y="524807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なにをさせたいのか　どんな気持ちにさせたい</a:t>
            </a:r>
            <a:endParaRPr kumimoji="1" lang="en-US" altLang="ja-JP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DE00C1E-5F09-44B3-9D60-249CD5642B5B}"/>
              </a:ext>
            </a:extLst>
          </p:cNvPr>
          <p:cNvSpPr/>
          <p:nvPr/>
        </p:nvSpPr>
        <p:spPr>
          <a:xfrm>
            <a:off x="515158" y="3037741"/>
            <a:ext cx="2947481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自分の書いた文字に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満足できるとき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507A22D-974F-4D2F-9E4C-0869B25B6561}"/>
              </a:ext>
            </a:extLst>
          </p:cNvPr>
          <p:cNvSpPr/>
          <p:nvPr/>
        </p:nvSpPr>
        <p:spPr>
          <a:xfrm>
            <a:off x="8444013" y="4149085"/>
            <a:ext cx="2947481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達成感・満足感・誇らしさ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50A8EDE-AF58-4584-A9E5-71C8FCCEDEDD}"/>
              </a:ext>
            </a:extLst>
          </p:cNvPr>
          <p:cNvSpPr/>
          <p:nvPr/>
        </p:nvSpPr>
        <p:spPr>
          <a:xfrm>
            <a:off x="1605063" y="1738000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7EA132F-B1B2-4B4C-897B-F2F5D7F95870}"/>
              </a:ext>
            </a:extLst>
          </p:cNvPr>
          <p:cNvSpPr/>
          <p:nvPr/>
        </p:nvSpPr>
        <p:spPr>
          <a:xfrm>
            <a:off x="7966951" y="1425263"/>
            <a:ext cx="3901603" cy="156854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プレイヤーが</a:t>
            </a:r>
            <a:endParaRPr kumimoji="1" lang="en-US" altLang="ja-JP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どう感じるか</a:t>
            </a:r>
            <a:endParaRPr kumimoji="1" lang="en-US" altLang="ja-JP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ja-JP" altLang="en-US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837F0AB4-6508-4619-9F4E-827A6B1D64EE}"/>
              </a:ext>
            </a:extLst>
          </p:cNvPr>
          <p:cNvSpPr/>
          <p:nvPr/>
        </p:nvSpPr>
        <p:spPr>
          <a:xfrm>
            <a:off x="3220323" y="5657358"/>
            <a:ext cx="484632" cy="46405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905904F0-FEAE-48AF-B206-826D19493D03}"/>
              </a:ext>
            </a:extLst>
          </p:cNvPr>
          <p:cNvSpPr/>
          <p:nvPr/>
        </p:nvSpPr>
        <p:spPr>
          <a:xfrm>
            <a:off x="5487273" y="5657358"/>
            <a:ext cx="484632" cy="46405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D1C65D6-BC17-41B6-8B2F-678CFB6D3777}"/>
              </a:ext>
            </a:extLst>
          </p:cNvPr>
          <p:cNvSpPr/>
          <p:nvPr/>
        </p:nvSpPr>
        <p:spPr>
          <a:xfrm>
            <a:off x="5353049" y="6172200"/>
            <a:ext cx="695325" cy="571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満足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AF0D3BD-546E-4F94-BF34-BE6901DB6F25}"/>
              </a:ext>
            </a:extLst>
          </p:cNvPr>
          <p:cNvSpPr/>
          <p:nvPr/>
        </p:nvSpPr>
        <p:spPr>
          <a:xfrm>
            <a:off x="3133725" y="6121416"/>
            <a:ext cx="695325" cy="571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書道</a:t>
            </a: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34CE8FD6-5703-457F-8DC5-ED2DE81E2FA0}"/>
              </a:ext>
            </a:extLst>
          </p:cNvPr>
          <p:cNvSpPr/>
          <p:nvPr/>
        </p:nvSpPr>
        <p:spPr>
          <a:xfrm>
            <a:off x="9544611" y="2868808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47880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AC1EE1-F107-4938-BD9B-9266B364809B}"/>
              </a:ext>
            </a:extLst>
          </p:cNvPr>
          <p:cNvSpPr/>
          <p:nvPr/>
        </p:nvSpPr>
        <p:spPr>
          <a:xfrm>
            <a:off x="184014" y="453350"/>
            <a:ext cx="2860743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制作</a:t>
            </a:r>
            <a:endParaRPr lang="en-US" altLang="ja-JP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技術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2A48834-5186-46A9-BA93-D439F279654F}"/>
              </a:ext>
            </a:extLst>
          </p:cNvPr>
          <p:cNvSpPr/>
          <p:nvPr/>
        </p:nvSpPr>
        <p:spPr>
          <a:xfrm>
            <a:off x="1266825" y="2310725"/>
            <a:ext cx="1924050" cy="1118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ユニティー</a:t>
            </a:r>
          </a:p>
        </p:txBody>
      </p:sp>
    </p:spTree>
    <p:extLst>
      <p:ext uri="{BB962C8B-B14F-4D97-AF65-F5344CB8AC3E}">
        <p14:creationId xmlns:p14="http://schemas.microsoft.com/office/powerpoint/2010/main" val="2589915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4102149-CCAB-4E46-B501-ED321D88C867}"/>
              </a:ext>
            </a:extLst>
          </p:cNvPr>
          <p:cNvSpPr/>
          <p:nvPr/>
        </p:nvSpPr>
        <p:spPr>
          <a:xfrm>
            <a:off x="184014" y="453349"/>
            <a:ext cx="7782939" cy="208556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仕組みがどうおもしろく</a:t>
            </a:r>
            <a:endParaRPr kumimoji="1" lang="en-US" altLang="ja-JP" sz="4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なるのかの説明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267747B-5E96-4DCD-BFCC-F90DF3DABE9C}"/>
              </a:ext>
            </a:extLst>
          </p:cNvPr>
          <p:cNvSpPr/>
          <p:nvPr/>
        </p:nvSpPr>
        <p:spPr>
          <a:xfrm>
            <a:off x="1323974" y="3200399"/>
            <a:ext cx="5534025" cy="1495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このゲームは止まれないので判断力が求められる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そして普段しないマウスによって字を描く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この二つが合わさることによって新しい体験が生まれる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7679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1173</TotalTime>
  <Words>303</Words>
  <Application>Microsoft Office PowerPoint</Application>
  <PresentationFormat>ワイド画面</PresentationFormat>
  <Paragraphs>64</Paragraphs>
  <Slides>14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kousuke yamamoto</cp:lastModifiedBy>
  <cp:revision>68</cp:revision>
  <dcterms:created xsi:type="dcterms:W3CDTF">2013-01-27T09:14:16Z</dcterms:created>
  <dcterms:modified xsi:type="dcterms:W3CDTF">2026-10-06T05:24:08Z</dcterms:modified>
  <cp:category/>
</cp:coreProperties>
</file>