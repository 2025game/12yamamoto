
<file path=[Content_Types].xml><?xml version="1.0" encoding="utf-8"?>
<Types xmlns="http://schemas.openxmlformats.org/package/2006/content-types">
  <Default Extension="jpe" ContentType="image/jpe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89" r:id="rId1"/>
  </p:sldMasterIdLst>
  <p:notesMasterIdLst>
    <p:notesMasterId r:id="rId18"/>
  </p:notesMasterIdLst>
  <p:sldIdLst>
    <p:sldId id="264" r:id="rId2"/>
    <p:sldId id="275" r:id="rId3"/>
    <p:sldId id="258" r:id="rId4"/>
    <p:sldId id="263" r:id="rId5"/>
    <p:sldId id="259" r:id="rId6"/>
    <p:sldId id="257" r:id="rId7"/>
    <p:sldId id="261" r:id="rId8"/>
    <p:sldId id="273" r:id="rId9"/>
    <p:sldId id="278" r:id="rId10"/>
    <p:sldId id="277" r:id="rId11"/>
    <p:sldId id="268" r:id="rId12"/>
    <p:sldId id="276" r:id="rId13"/>
    <p:sldId id="274" r:id="rId14"/>
    <p:sldId id="267" r:id="rId15"/>
    <p:sldId id="271" r:id="rId16"/>
    <p:sldId id="266" r:id="rId1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263746"/>
    <a:srgbClr val="8DD9EE"/>
    <a:srgbClr val="123B5A"/>
    <a:srgbClr val="DDF3FA"/>
    <a:srgbClr val="263238"/>
    <a:srgbClr val="123A5A"/>
    <a:srgbClr val="D8F0FA"/>
    <a:srgbClr val="EAF7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153" autoAdjust="0"/>
  </p:normalViewPr>
  <p:slideViewPr>
    <p:cSldViewPr snapToGrid="0" snapToObjects="1">
      <p:cViewPr varScale="1">
        <p:scale>
          <a:sx n="84" d="100"/>
          <a:sy n="84" d="100"/>
        </p:scale>
        <p:origin x="629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ousuke yamamoto" userId="516c4d66ab16f868" providerId="LiveId" clId="{3DBCF2D6-846C-4AC5-B769-15D59CED32E7}"/>
    <pc:docChg chg="undo custSel addSld modSld sldOrd">
      <pc:chgData name="kousuke yamamoto" userId="516c4d66ab16f868" providerId="LiveId" clId="{3DBCF2D6-846C-4AC5-B769-15D59CED32E7}" dt="2026-10-06T05:13:21.631" v="53"/>
      <pc:docMkLst>
        <pc:docMk/>
      </pc:docMkLst>
      <pc:sldChg chg="addSp delSp modSp mod">
        <pc:chgData name="kousuke yamamoto" userId="516c4d66ab16f868" providerId="LiveId" clId="{3DBCF2D6-846C-4AC5-B769-15D59CED32E7}" dt="2026-10-06T04:59:45.408" v="51" actId="14100"/>
        <pc:sldMkLst>
          <pc:docMk/>
          <pc:sldMk cId="0" sldId="261"/>
        </pc:sldMkLst>
        <pc:spChg chg="add del mod">
          <ac:chgData name="kousuke yamamoto" userId="516c4d66ab16f868" providerId="LiveId" clId="{3DBCF2D6-846C-4AC5-B769-15D59CED32E7}" dt="2026-10-06T04:59:25.854" v="28" actId="478"/>
          <ac:spMkLst>
            <pc:docMk/>
            <pc:sldMk cId="0" sldId="261"/>
            <ac:spMk id="2" creationId="{F821687B-3030-42F0-A24A-7C58AE191B85}"/>
          </ac:spMkLst>
        </pc:spChg>
        <pc:spChg chg="mod">
          <ac:chgData name="kousuke yamamoto" userId="516c4d66ab16f868" providerId="LiveId" clId="{3DBCF2D6-846C-4AC5-B769-15D59CED32E7}" dt="2026-10-06T04:59:45.408" v="51" actId="14100"/>
          <ac:spMkLst>
            <pc:docMk/>
            <pc:sldMk cId="0" sldId="261"/>
            <ac:spMk id="3" creationId="{70EAE7B8-2E7A-4AF5-9F80-324BE3D322C8}"/>
          </ac:spMkLst>
        </pc:spChg>
      </pc:sldChg>
      <pc:sldChg chg="addSp modSp new mod ord">
        <pc:chgData name="kousuke yamamoto" userId="516c4d66ab16f868" providerId="LiveId" clId="{3DBCF2D6-846C-4AC5-B769-15D59CED32E7}" dt="2026-10-06T05:13:21.631" v="53"/>
        <pc:sldMkLst>
          <pc:docMk/>
          <pc:sldMk cId="1368519107" sldId="275"/>
        </pc:sldMkLst>
        <pc:spChg chg="add mod">
          <ac:chgData name="kousuke yamamoto" userId="516c4d66ab16f868" providerId="LiveId" clId="{3DBCF2D6-846C-4AC5-B769-15D59CED32E7}" dt="2026-10-06T04:58:09.988" v="20" actId="1076"/>
          <ac:spMkLst>
            <pc:docMk/>
            <pc:sldMk cId="1368519107" sldId="275"/>
            <ac:spMk id="2" creationId="{833A4E06-EE75-40A7-A1FD-D57D73A87CA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23BABC-04D1-40FF-A826-E108E600BEAD}" type="datetimeFigureOut">
              <a:rPr kumimoji="1" lang="ja-JP" altLang="en-US" smtClean="0"/>
              <a:t>2026/10/6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D18AC2-2250-4479-91AF-2B392C52A59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6761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D18AC2-2250-4479-91AF-2B392C52A59D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19949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D18AC2-2250-4479-91AF-2B392C52A59D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99257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4AA89A-4FD6-410D-98A4-CDDDACB4D4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F3B7692-8F70-4319-8B2E-6119C3CA83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7FB948F-A1AE-49BA-9D0F-FF09A82E9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B08FA4-C126-4017-B117-E1068C905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8AAC90-7ECB-4985-9001-2A24AFB546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161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F1978C-C2EA-47ED-B3A6-C46856934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DDA96DB-DD84-4A59-BA32-353FC569D5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025FC3-FA6C-4808-BD0B-6379E79EF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7D3FCD7-D70F-4A79-8B61-066F11841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840BE6-FD58-4408-87A6-EF8FBA0E1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6004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00BFE32-1BB1-4B8F-BAFD-B05AF5D1EF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67917F7-841D-4C80-A9D9-77AC1DFC90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27B159B-232F-48DE-805F-77F042B31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A3B963A-B036-4CEF-96F0-74D9FCA42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23822D8-6914-4AFC-A4FF-69FB23720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9209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CB3C6D-48CF-42EF-B5B4-7A969B151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4069B9-E893-403B-9279-364D8C666E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31FEAB4-24BA-49EB-B90D-DA135D23D8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031607F-603A-41C6-9529-B4063FDBC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C97781A-F984-45E7-A0F5-0E08A72C2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AA325EF-779C-4205-A351-2096609AB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0641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7330BA-C62C-47E8-82A7-E67033386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4400F23-CE37-443E-AA3A-D7E24D2F9B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CD35A09-324D-45D0-90EA-F86A693F9A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2DA707-1C25-4C43-841E-BFE644C86A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9327190-65AC-44BA-ACE1-497CF46E2F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94C7B01-EDF8-4B3F-BAF3-F8EE338A1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84D3EC0-7B88-4803-9501-329AAC79D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5CB42BF-BBA7-49DE-ADE4-C67E52FA8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190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D54E6B-30D6-4007-A3B5-A86D131DF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97C5C9B-5101-4F67-BD20-588558B37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8FD2F83-F5B8-4A27-84F2-D99A43EE8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203727D-189F-475D-B02D-520EE9D72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416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78C4C61-7344-4435-9376-04565DB79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83EFB45-94E9-4071-A44E-ADAE80FE4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FF63773-7012-4D90-B18D-497DDF3F9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4719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15B740-B65A-4E7E-8297-15C5CC2F0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11D5B80-699A-4C50-A108-073865E5AE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0660166-67BD-4651-AB11-E8C51C0E44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2AB8886-FB6C-45AA-9AE6-21B2EE9784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96AB80F-2F20-4440-82E0-C3A1FC2E6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7579024-AB5F-4D27-A41C-F1C4CCDF9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163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684458-5E97-4E29-AA43-9949E0B87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D669EC36-E65D-4B71-9336-BFC6394C53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C96C547-2F68-47E4-B42C-B3B8045717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91E8956-A15C-4E87-9E8E-39BCB6F0A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38BD40F-24F1-4D50-9EE1-CD7F912D5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A8571B2-3159-4D42-A344-0E42097C0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038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F9BA728-C0DE-4485-98CA-CBC99DB81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B9F6F21-022A-40FE-AF1D-3FCED06440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F642CBA-2A36-4961-919D-2136F672F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55CB4DE-64F5-4228-90B2-6B537250E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02392EC-854D-485C-9A2B-4BD899B38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2021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2B091DA-4C4D-454A-95C4-CAEF2CEA17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277D5C9-6A9A-42EE-8F67-6AECA873D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60B2D21-F05C-4D5C-8221-5E5800FCE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74B0A77-887A-42B7-9237-16744A00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9DD86AF-B1FB-489C-9672-A8BDE71A8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9086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071F015-F5EC-4FB5-A547-FCE7F090B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67DA307-7903-4BEA-8989-D13858814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C9C99A8-F8C5-43B9-8CE6-A7F0F7BD28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59AE351-CB76-4220-8F44-E1FB0BD602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7684726-8B01-485A-96BD-D8955A14AC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8484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0" r:id="rId1"/>
    <p:sldLayoutId id="2147483891" r:id="rId2"/>
    <p:sldLayoutId id="2147483892" r:id="rId3"/>
    <p:sldLayoutId id="2147483893" r:id="rId4"/>
    <p:sldLayoutId id="2147483894" r:id="rId5"/>
    <p:sldLayoutId id="2147483895" r:id="rId6"/>
    <p:sldLayoutId id="2147483896" r:id="rId7"/>
    <p:sldLayoutId id="2147483897" r:id="rId8"/>
    <p:sldLayoutId id="2147483898" r:id="rId9"/>
    <p:sldLayoutId id="2147483899" r:id="rId10"/>
    <p:sldLayoutId id="214748390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jpe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C9E4263-8370-4EC0-B987-B59700E54FA7}"/>
              </a:ext>
            </a:extLst>
          </p:cNvPr>
          <p:cNvSpPr/>
          <p:nvPr/>
        </p:nvSpPr>
        <p:spPr>
          <a:xfrm>
            <a:off x="1124354" y="2514599"/>
            <a:ext cx="10077045" cy="2238375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9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雨粒を繋げ</a:t>
            </a:r>
            <a:endParaRPr kumimoji="1" lang="ja-JP" altLang="en-US" sz="9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BD15FD0-936A-427E-B92E-3358E9AE87D9}"/>
              </a:ext>
            </a:extLst>
          </p:cNvPr>
          <p:cNvSpPr/>
          <p:nvPr/>
        </p:nvSpPr>
        <p:spPr>
          <a:xfrm>
            <a:off x="1890913" y="5133974"/>
            <a:ext cx="8543925" cy="91440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ジャンル　お絵描き</a:t>
            </a:r>
          </a:p>
        </p:txBody>
      </p:sp>
    </p:spTree>
    <p:extLst>
      <p:ext uri="{BB962C8B-B14F-4D97-AF65-F5344CB8AC3E}">
        <p14:creationId xmlns:p14="http://schemas.microsoft.com/office/powerpoint/2010/main" val="3622600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33A4E06-EE75-40A7-A1FD-D57D73A87CA8}"/>
              </a:ext>
            </a:extLst>
          </p:cNvPr>
          <p:cNvSpPr/>
          <p:nvPr/>
        </p:nvSpPr>
        <p:spPr>
          <a:xfrm>
            <a:off x="957072" y="2121408"/>
            <a:ext cx="10421112" cy="130759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ターゲット</a:t>
            </a:r>
          </a:p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昔の体験をもう一度</a:t>
            </a:r>
            <a:endParaRPr lang="ja-JP" altLang="en-US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ja-JP" altLang="en-US" sz="2400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66BC014B-14C2-4592-BF96-484CACF5DD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5586" y="1"/>
            <a:ext cx="7876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5191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1883C96-B356-4D47-AEE6-060822A71E95}"/>
              </a:ext>
            </a:extLst>
          </p:cNvPr>
          <p:cNvSpPr/>
          <p:nvPr/>
        </p:nvSpPr>
        <p:spPr>
          <a:xfrm>
            <a:off x="184014" y="453350"/>
            <a:ext cx="2860743" cy="9144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概要</a:t>
            </a:r>
            <a:endParaRPr kumimoji="1" lang="ja-JP" altLang="en-US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32B2933-ECB3-4D47-BADF-E85DEDDE1079}"/>
              </a:ext>
            </a:extLst>
          </p:cNvPr>
          <p:cNvSpPr/>
          <p:nvPr/>
        </p:nvSpPr>
        <p:spPr>
          <a:xfrm>
            <a:off x="2409825" y="1514475"/>
            <a:ext cx="7162800" cy="31432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マウスで指を操作し　キーボドで雨粒を操作</a:t>
            </a:r>
            <a:endParaRPr kumimoji="1" lang="en-US" altLang="ja-JP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雨で描け</a:t>
            </a:r>
            <a:endParaRPr kumimoji="1" lang="ja-JP" altLang="en-US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1CC81D0-7A6F-4454-B188-C57577CE4627}"/>
              </a:ext>
            </a:extLst>
          </p:cNvPr>
          <p:cNvSpPr/>
          <p:nvPr/>
        </p:nvSpPr>
        <p:spPr>
          <a:xfrm>
            <a:off x="3097523" y="4006702"/>
            <a:ext cx="9094477" cy="2194338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lnSpc>
                <a:spcPct val="250000"/>
              </a:lnSpc>
            </a:pPr>
            <a:r>
              <a:rPr lang="ja-JP" altLang="en-US" sz="40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指と雨粒を同時に操って、文字を描く</a:t>
            </a:r>
            <a:endParaRPr lang="ja-JP" altLang="en-US" sz="40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96A2368-A0B5-46DB-AC90-58BE3C12438C}"/>
              </a:ext>
            </a:extLst>
          </p:cNvPr>
          <p:cNvSpPr/>
          <p:nvPr/>
        </p:nvSpPr>
        <p:spPr>
          <a:xfrm>
            <a:off x="-504457" y="4939279"/>
            <a:ext cx="3381376" cy="9144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36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一言で</a:t>
            </a:r>
            <a:endParaRPr kumimoji="1" lang="ja-JP" altLang="en-US" sz="36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76B169F-2FD1-4F7E-BD85-FF8DA51CEE45}"/>
              </a:ext>
            </a:extLst>
          </p:cNvPr>
          <p:cNvSpPr/>
          <p:nvPr/>
        </p:nvSpPr>
        <p:spPr>
          <a:xfrm>
            <a:off x="2461260" y="1918720"/>
            <a:ext cx="7269479" cy="167487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テトリスと</a:t>
            </a:r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お絵描きを混ぜた</a:t>
            </a:r>
            <a:endParaRPr kumimoji="1" lang="en-US" altLang="ja-JP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ゲーム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E8F76E-6904-409A-AC76-C9CCF9F1E885}"/>
              </a:ext>
            </a:extLst>
          </p:cNvPr>
          <p:cNvSpPr/>
          <p:nvPr/>
        </p:nvSpPr>
        <p:spPr>
          <a:xfrm>
            <a:off x="184014" y="453350"/>
            <a:ext cx="2860743" cy="9144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操作方法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28E3EEC-ED19-44E5-A90C-4BE60A2D4ABD}"/>
              </a:ext>
            </a:extLst>
          </p:cNvPr>
          <p:cNvSpPr/>
          <p:nvPr/>
        </p:nvSpPr>
        <p:spPr>
          <a:xfrm>
            <a:off x="9926132" y="1340318"/>
            <a:ext cx="1333499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マウス操作</a:t>
            </a:r>
            <a:endParaRPr kumimoji="1"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で指（筆）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C60C3470-23D4-43F0-BC82-8A64EEC902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4110" y="1891007"/>
            <a:ext cx="4462403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9C8E7E2-CABB-411F-8549-701A17FEE2C5}"/>
              </a:ext>
            </a:extLst>
          </p:cNvPr>
          <p:cNvSpPr/>
          <p:nvPr/>
        </p:nvSpPr>
        <p:spPr>
          <a:xfrm>
            <a:off x="2238241" y="1340318"/>
            <a:ext cx="1333499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キーボード</a:t>
            </a:r>
            <a:endParaRPr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雨粒を操作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F738E8E-6FD1-4FFF-9E24-5B37EDA81C3D}"/>
              </a:ext>
            </a:extLst>
          </p:cNvPr>
          <p:cNvSpPr/>
          <p:nvPr/>
        </p:nvSpPr>
        <p:spPr>
          <a:xfrm>
            <a:off x="586986" y="2615184"/>
            <a:ext cx="4636008" cy="20848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W</a:t>
            </a:r>
            <a:r>
              <a:rPr lang="ja-JP" altLang="en-US" dirty="0"/>
              <a:t>　</a:t>
            </a:r>
            <a:r>
              <a:rPr lang="en-US" altLang="ja-JP" dirty="0"/>
              <a:t>A</a:t>
            </a:r>
            <a:r>
              <a:rPr lang="ja-JP" altLang="en-US" dirty="0"/>
              <a:t>　</a:t>
            </a:r>
            <a:r>
              <a:rPr lang="en-US" altLang="ja-JP" dirty="0"/>
              <a:t>S</a:t>
            </a:r>
            <a:r>
              <a:rPr lang="ja-JP" altLang="en-US" dirty="0"/>
              <a:t>　</a:t>
            </a:r>
            <a:r>
              <a:rPr lang="en-US" altLang="ja-JP" dirty="0"/>
              <a:t>D</a:t>
            </a:r>
            <a:r>
              <a:rPr lang="ja-JP" altLang="en-US" dirty="0"/>
              <a:t>か</a:t>
            </a:r>
            <a:endParaRPr lang="en-US" altLang="ja-JP" dirty="0"/>
          </a:p>
          <a:p>
            <a:pPr algn="ctr"/>
            <a:r>
              <a:rPr lang="ja-JP" altLang="en-US" dirty="0"/>
              <a:t>↑　↓　←　→</a:t>
            </a:r>
            <a:endParaRPr kumimoji="1" lang="en-US" altLang="ja-JP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05B52EF4-83E1-45B0-AA9E-EBBCD65FBC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4990" y="4958679"/>
            <a:ext cx="1102568" cy="1648357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77A588C8-9C41-42FC-AC42-0CA488F600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4775" y="213083"/>
            <a:ext cx="4460481" cy="335584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ED09CAE-1C4B-43BB-9B32-E9317E478F10}"/>
              </a:ext>
            </a:extLst>
          </p:cNvPr>
          <p:cNvSpPr/>
          <p:nvPr/>
        </p:nvSpPr>
        <p:spPr>
          <a:xfrm>
            <a:off x="184014" y="453350"/>
            <a:ext cx="2860743" cy="9144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ルール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9033127-4D4D-4EC3-A27C-804E62C27528}"/>
              </a:ext>
            </a:extLst>
          </p:cNvPr>
          <p:cNvSpPr/>
          <p:nvPr/>
        </p:nvSpPr>
        <p:spPr>
          <a:xfrm>
            <a:off x="4133851" y="996283"/>
            <a:ext cx="7096125" cy="12154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１　雨粒と指（筆）を操作し、雨粒を指で繋ぎお手本を描く</a:t>
            </a:r>
            <a:endParaRPr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２　制限時間以内にスコアを稼ぐ</a:t>
            </a:r>
            <a:endParaRPr kumimoji="1"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３　スコアが基準に満たない場合　ゲームオーバー</a:t>
            </a:r>
            <a:endParaRPr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30C44BD-C3CF-4D21-8AC1-84E72A8C316D}"/>
              </a:ext>
            </a:extLst>
          </p:cNvPr>
          <p:cNvSpPr/>
          <p:nvPr/>
        </p:nvSpPr>
        <p:spPr>
          <a:xfrm>
            <a:off x="4133845" y="453350"/>
            <a:ext cx="7096126" cy="542933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6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チャレンジモード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A95D87C-FEF3-467E-B1FF-6608DFB43B23}"/>
              </a:ext>
            </a:extLst>
          </p:cNvPr>
          <p:cNvSpPr/>
          <p:nvPr/>
        </p:nvSpPr>
        <p:spPr>
          <a:xfrm>
            <a:off x="4133850" y="2755553"/>
            <a:ext cx="7096126" cy="54293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36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自由</a:t>
            </a:r>
            <a:r>
              <a:rPr kumimoji="1" lang="ja-JP" altLang="en-US" sz="36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モード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0039B03-7452-4948-AB40-CEC2825954EC}"/>
              </a:ext>
            </a:extLst>
          </p:cNvPr>
          <p:cNvSpPr/>
          <p:nvPr/>
        </p:nvSpPr>
        <p:spPr>
          <a:xfrm>
            <a:off x="4133850" y="4699570"/>
            <a:ext cx="7096126" cy="542933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36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お題</a:t>
            </a:r>
            <a:r>
              <a:rPr kumimoji="1" lang="ja-JP" altLang="en-US" sz="36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モード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3BABEA7-2FB4-4D0E-9CE5-C9EE47AFD26F}"/>
              </a:ext>
            </a:extLst>
          </p:cNvPr>
          <p:cNvSpPr/>
          <p:nvPr/>
        </p:nvSpPr>
        <p:spPr>
          <a:xfrm>
            <a:off x="4133851" y="5242503"/>
            <a:ext cx="7096125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１　出されたお題に沿った絵を、自由な描き方で完成させる</a:t>
            </a:r>
            <a:endParaRPr kumimoji="1" lang="ja-JP" altLang="en-US" dirty="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C0E15D93-A5A7-4816-B984-006258B007B4}"/>
              </a:ext>
            </a:extLst>
          </p:cNvPr>
          <p:cNvSpPr/>
          <p:nvPr/>
        </p:nvSpPr>
        <p:spPr>
          <a:xfrm>
            <a:off x="4133844" y="3241337"/>
            <a:ext cx="7096125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１　自由に時間を気にせずに描ける</a:t>
            </a:r>
            <a:endParaRPr kumimoji="1" lang="ja-JP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0EAE7B8-2E7A-4AF5-9F80-324BE3D322C8}"/>
              </a:ext>
            </a:extLst>
          </p:cNvPr>
          <p:cNvSpPr/>
          <p:nvPr/>
        </p:nvSpPr>
        <p:spPr>
          <a:xfrm>
            <a:off x="184014" y="453350"/>
            <a:ext cx="9060570" cy="9144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ゲームの流れ）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A6CE379-9DB5-4E43-AE4A-565D343B3DEF}"/>
              </a:ext>
            </a:extLst>
          </p:cNvPr>
          <p:cNvSpPr/>
          <p:nvPr/>
        </p:nvSpPr>
        <p:spPr>
          <a:xfrm>
            <a:off x="363240" y="3429000"/>
            <a:ext cx="1461985" cy="142875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お題を確認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1870252-9069-4CF2-BDB1-5539DA6535CC}"/>
              </a:ext>
            </a:extLst>
          </p:cNvPr>
          <p:cNvSpPr/>
          <p:nvPr/>
        </p:nvSpPr>
        <p:spPr>
          <a:xfrm>
            <a:off x="2857626" y="3541390"/>
            <a:ext cx="1707937" cy="142875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雨粒が降って来る</a:t>
            </a:r>
            <a:endParaRPr kumimoji="1" lang="ja-JP" altLang="en-US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95A4AA4-1310-49B0-B0FA-38D93BAA4E46}"/>
              </a:ext>
            </a:extLst>
          </p:cNvPr>
          <p:cNvSpPr/>
          <p:nvPr/>
        </p:nvSpPr>
        <p:spPr>
          <a:xfrm>
            <a:off x="5597964" y="3541390"/>
            <a:ext cx="2115935" cy="142875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マウスとキーボドの同時操作</a:t>
            </a:r>
            <a:endParaRPr kumimoji="1"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矢印: 右 7">
            <a:extLst>
              <a:ext uri="{FF2B5EF4-FFF2-40B4-BE49-F238E27FC236}">
                <a16:creationId xmlns:a16="http://schemas.microsoft.com/office/drawing/2014/main" id="{B583C0F8-8C54-4417-9EE0-84A0AF84E0DF}"/>
              </a:ext>
            </a:extLst>
          </p:cNvPr>
          <p:cNvSpPr/>
          <p:nvPr/>
        </p:nvSpPr>
        <p:spPr>
          <a:xfrm>
            <a:off x="1982758" y="3906774"/>
            <a:ext cx="717335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0D6B0945-959E-46D4-9780-A6377E1640D8}"/>
              </a:ext>
            </a:extLst>
          </p:cNvPr>
          <p:cNvSpPr/>
          <p:nvPr/>
        </p:nvSpPr>
        <p:spPr>
          <a:xfrm>
            <a:off x="7946365" y="4059174"/>
            <a:ext cx="717335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BA078506-7E4C-4F5D-B9A4-35A7E62517A2}"/>
              </a:ext>
            </a:extLst>
          </p:cNvPr>
          <p:cNvSpPr/>
          <p:nvPr/>
        </p:nvSpPr>
        <p:spPr>
          <a:xfrm>
            <a:off x="8818377" y="3517869"/>
            <a:ext cx="2731425" cy="1567241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お題を何回かけるかでスコアを出す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FB47AD2-AE9E-45A7-968A-6F4AF3BE494A}"/>
              </a:ext>
            </a:extLst>
          </p:cNvPr>
          <p:cNvSpPr/>
          <p:nvPr/>
        </p:nvSpPr>
        <p:spPr>
          <a:xfrm>
            <a:off x="9097334" y="1070020"/>
            <a:ext cx="2173513" cy="1567241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合格点の場合</a:t>
            </a:r>
            <a:endParaRPr kumimoji="1"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次のステージ</a:t>
            </a:r>
            <a:endParaRPr kumimoji="1" lang="ja-JP" altLang="en-US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矢印: 右 18">
            <a:extLst>
              <a:ext uri="{FF2B5EF4-FFF2-40B4-BE49-F238E27FC236}">
                <a16:creationId xmlns:a16="http://schemas.microsoft.com/office/drawing/2014/main" id="{25A60F97-B616-4CEB-A0D8-7362FB3B7E19}"/>
              </a:ext>
            </a:extLst>
          </p:cNvPr>
          <p:cNvSpPr/>
          <p:nvPr/>
        </p:nvSpPr>
        <p:spPr>
          <a:xfrm>
            <a:off x="4875496" y="4059174"/>
            <a:ext cx="717335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矢印: 右 19">
            <a:extLst>
              <a:ext uri="{FF2B5EF4-FFF2-40B4-BE49-F238E27FC236}">
                <a16:creationId xmlns:a16="http://schemas.microsoft.com/office/drawing/2014/main" id="{7BA5D4A2-CECA-4F42-AD75-907BD8F905BA}"/>
              </a:ext>
            </a:extLst>
          </p:cNvPr>
          <p:cNvSpPr/>
          <p:nvPr/>
        </p:nvSpPr>
        <p:spPr>
          <a:xfrm rot="16200000">
            <a:off x="9973513" y="2868189"/>
            <a:ext cx="421152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矢印: 右 20">
            <a:extLst>
              <a:ext uri="{FF2B5EF4-FFF2-40B4-BE49-F238E27FC236}">
                <a16:creationId xmlns:a16="http://schemas.microsoft.com/office/drawing/2014/main" id="{ADD38AD8-08A4-4D68-ACDC-7161086FCB9D}"/>
              </a:ext>
            </a:extLst>
          </p:cNvPr>
          <p:cNvSpPr/>
          <p:nvPr/>
        </p:nvSpPr>
        <p:spPr>
          <a:xfrm rot="5400000">
            <a:off x="9966614" y="5250158"/>
            <a:ext cx="421152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矢印: 右 21">
            <a:extLst>
              <a:ext uri="{FF2B5EF4-FFF2-40B4-BE49-F238E27FC236}">
                <a16:creationId xmlns:a16="http://schemas.microsoft.com/office/drawing/2014/main" id="{7806784A-4868-4A8F-BB54-800602572138}"/>
              </a:ext>
            </a:extLst>
          </p:cNvPr>
          <p:cNvSpPr/>
          <p:nvPr/>
        </p:nvSpPr>
        <p:spPr>
          <a:xfrm rot="10800000">
            <a:off x="1152143" y="5770189"/>
            <a:ext cx="9230931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矢印: 右 22">
            <a:extLst>
              <a:ext uri="{FF2B5EF4-FFF2-40B4-BE49-F238E27FC236}">
                <a16:creationId xmlns:a16="http://schemas.microsoft.com/office/drawing/2014/main" id="{E2D9D0D3-D19E-47EF-9969-C3597AD4EDB4}"/>
              </a:ext>
            </a:extLst>
          </p:cNvPr>
          <p:cNvSpPr/>
          <p:nvPr/>
        </p:nvSpPr>
        <p:spPr>
          <a:xfrm rot="16200000">
            <a:off x="714259" y="5310275"/>
            <a:ext cx="898959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B92945C9-D043-4A1F-BC8A-7A0428356C38}"/>
              </a:ext>
            </a:extLst>
          </p:cNvPr>
          <p:cNvSpPr/>
          <p:nvPr/>
        </p:nvSpPr>
        <p:spPr>
          <a:xfrm>
            <a:off x="2857627" y="5392085"/>
            <a:ext cx="6239708" cy="123731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スコアが足りない場合</a:t>
            </a:r>
            <a:endParaRPr kumimoji="1"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最初から</a:t>
            </a:r>
            <a:endParaRPr kumimoji="1" lang="ja-JP" altLang="en-US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16D3496-DFED-417A-A61E-05C4AC640FD4}"/>
              </a:ext>
            </a:extLst>
          </p:cNvPr>
          <p:cNvSpPr/>
          <p:nvPr/>
        </p:nvSpPr>
        <p:spPr>
          <a:xfrm>
            <a:off x="2209800" y="1447800"/>
            <a:ext cx="914400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採点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74DD7AB-D82C-4178-9B63-891A210F7A88}"/>
              </a:ext>
            </a:extLst>
          </p:cNvPr>
          <p:cNvSpPr/>
          <p:nvPr/>
        </p:nvSpPr>
        <p:spPr>
          <a:xfrm>
            <a:off x="3988308" y="283464"/>
            <a:ext cx="4215384" cy="914400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ゲーム画面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29C2B17-12B6-4633-90BD-4B4EC6CD51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243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3294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F7CA3D4-E67C-4023-B580-346E725E68BF}"/>
              </a:ext>
            </a:extLst>
          </p:cNvPr>
          <p:cNvSpPr/>
          <p:nvPr/>
        </p:nvSpPr>
        <p:spPr>
          <a:xfrm>
            <a:off x="2569464" y="457201"/>
            <a:ext cx="7863840" cy="4325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雨粒をどうする　お題を簡単にするより</a:t>
            </a:r>
            <a:endParaRPr kumimoji="1" lang="en-US" altLang="ja-JP" dirty="0"/>
          </a:p>
          <a:p>
            <a:pPr algn="ctr"/>
            <a:r>
              <a:rPr lang="ja-JP" altLang="en-US" dirty="0"/>
              <a:t>もともとのシステムを見ろ</a:t>
            </a:r>
            <a:endParaRPr lang="en-US" altLang="ja-JP" dirty="0"/>
          </a:p>
          <a:p>
            <a:pPr algn="ctr"/>
            <a:r>
              <a:rPr kumimoji="1" lang="ja-JP" altLang="en-US" dirty="0"/>
              <a:t>　</a:t>
            </a:r>
            <a:endParaRPr kumimoji="1" lang="en-US" altLang="ja-JP" dirty="0"/>
          </a:p>
          <a:p>
            <a:pPr algn="ctr"/>
            <a:r>
              <a:rPr lang="ja-JP" altLang="en-US" dirty="0"/>
              <a:t>頭で自分のゲームをプレイしてみろ</a:t>
            </a:r>
            <a:endParaRPr lang="en-US" altLang="ja-JP" dirty="0"/>
          </a:p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529899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077633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840A768-F67B-4920-B60C-4E4E518CFD24}"/>
              </a:ext>
            </a:extLst>
          </p:cNvPr>
          <p:cNvSpPr/>
          <p:nvPr/>
        </p:nvSpPr>
        <p:spPr>
          <a:xfrm>
            <a:off x="184014" y="188174"/>
            <a:ext cx="5911986" cy="2854054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既存のゲームとの</a:t>
            </a:r>
            <a:endParaRPr lang="en-US" altLang="ja-JP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差別点</a:t>
            </a:r>
            <a:endParaRPr lang="en-US" altLang="ja-JP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ja-JP" altLang="en-US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258D720-4F32-47AB-A04F-C0226CFDB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1986" y="2348834"/>
            <a:ext cx="6280014" cy="398145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15A6B13-698C-466F-8857-1D17DD4141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44059"/>
            <a:ext cx="5911986" cy="4086225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E2D33BF-6DBF-49C0-BADC-46794B569439}"/>
              </a:ext>
            </a:extLst>
          </p:cNvPr>
          <p:cNvSpPr/>
          <p:nvPr/>
        </p:nvSpPr>
        <p:spPr>
          <a:xfrm>
            <a:off x="5911986" y="804085"/>
            <a:ext cx="4994531" cy="777828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6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このゲームは</a:t>
            </a:r>
            <a:endParaRPr kumimoji="1" lang="en-US" altLang="ja-JP" sz="36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36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マウスとキーボードを同時に使う</a:t>
            </a:r>
            <a:endParaRPr kumimoji="1" lang="ja-JP" altLang="en-US" sz="36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175765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042B6202-40C1-4F10-B7F8-05F0C9673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" y="3291840"/>
            <a:ext cx="4876800" cy="27432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84147B3-AEFB-4ABF-A40D-9EB6200E68C3}"/>
              </a:ext>
            </a:extLst>
          </p:cNvPr>
          <p:cNvSpPr/>
          <p:nvPr/>
        </p:nvSpPr>
        <p:spPr>
          <a:xfrm>
            <a:off x="2770632" y="1453896"/>
            <a:ext cx="6181344" cy="134416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自由に描くではなく　自分で書けるように盤面を整えるパズル要素もある</a:t>
            </a:r>
            <a:endParaRPr kumimoji="1" lang="ja-JP" altLang="en-US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748029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4BBD830-09D9-4A07-A52B-EC8B6E69593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B5A4323-F76A-4BC8-AF9B-DBF0CF5F1BDB}"/>
              </a:ext>
            </a:extLst>
          </p:cNvPr>
          <p:cNvSpPr/>
          <p:nvPr/>
        </p:nvSpPr>
        <p:spPr>
          <a:xfrm>
            <a:off x="3724275" y="2162175"/>
            <a:ext cx="6076950" cy="265747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9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終わり</a:t>
            </a:r>
          </a:p>
        </p:txBody>
      </p:sp>
    </p:spTree>
    <p:extLst>
      <p:ext uri="{BB962C8B-B14F-4D97-AF65-F5344CB8AC3E}">
        <p14:creationId xmlns:p14="http://schemas.microsoft.com/office/powerpoint/2010/main" val="41510869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A56CE55-53D8-4113-BD6F-C0AB21771132}"/>
              </a:ext>
            </a:extLst>
          </p:cNvPr>
          <p:cNvSpPr/>
          <p:nvPr/>
        </p:nvSpPr>
        <p:spPr>
          <a:xfrm>
            <a:off x="184013" y="560120"/>
            <a:ext cx="8308233" cy="1138136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r">
              <a:lnSpc>
                <a:spcPct val="150000"/>
              </a:lnSpc>
            </a:pPr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このゲームで一番面白い瞬間</a:t>
            </a:r>
            <a:endParaRPr kumimoji="1" lang="en-US" altLang="ja-JP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r">
              <a:lnSpc>
                <a:spcPct val="150000"/>
              </a:lnSpc>
            </a:pPr>
            <a:endParaRPr kumimoji="1" lang="en-US" altLang="ja-JP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r">
              <a:lnSpc>
                <a:spcPct val="150000"/>
              </a:lnSpc>
            </a:pPr>
            <a:endParaRPr kumimoji="1" lang="ja-JP" altLang="en-US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AC67377-142B-4D87-834E-4FEDAD2A2B5F}"/>
              </a:ext>
            </a:extLst>
          </p:cNvPr>
          <p:cNvSpPr txBox="1"/>
          <p:nvPr/>
        </p:nvSpPr>
        <p:spPr>
          <a:xfrm>
            <a:off x="1847379" y="5248071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なにをさせたいのか　どんな気持ちにさせたい</a:t>
            </a:r>
            <a:endParaRPr kumimoji="1" lang="en-US" altLang="ja-JP" sz="1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DE00C1E-5F09-44B3-9D60-249CD5642B5B}"/>
              </a:ext>
            </a:extLst>
          </p:cNvPr>
          <p:cNvSpPr/>
          <p:nvPr/>
        </p:nvSpPr>
        <p:spPr>
          <a:xfrm>
            <a:off x="515158" y="3037741"/>
            <a:ext cx="2947481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自分の書いた文字に</a:t>
            </a:r>
            <a:endParaRPr kumimoji="1"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満足できるとき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507A22D-974F-4D2F-9E4C-0869B25B6561}"/>
              </a:ext>
            </a:extLst>
          </p:cNvPr>
          <p:cNvSpPr/>
          <p:nvPr/>
        </p:nvSpPr>
        <p:spPr>
          <a:xfrm>
            <a:off x="8444013" y="4149085"/>
            <a:ext cx="2947481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達成感・満足感・誇らしさ</a:t>
            </a:r>
            <a:endParaRPr kumimoji="1"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矢印: 下 7">
            <a:extLst>
              <a:ext uri="{FF2B5EF4-FFF2-40B4-BE49-F238E27FC236}">
                <a16:creationId xmlns:a16="http://schemas.microsoft.com/office/drawing/2014/main" id="{B50A8EDE-AF58-4584-A9E5-71C8FCCEDEDD}"/>
              </a:ext>
            </a:extLst>
          </p:cNvPr>
          <p:cNvSpPr/>
          <p:nvPr/>
        </p:nvSpPr>
        <p:spPr>
          <a:xfrm>
            <a:off x="1605063" y="1738000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7EA132F-B1B2-4B4C-897B-F2F5D7F95870}"/>
              </a:ext>
            </a:extLst>
          </p:cNvPr>
          <p:cNvSpPr/>
          <p:nvPr/>
        </p:nvSpPr>
        <p:spPr>
          <a:xfrm>
            <a:off x="7966951" y="1425263"/>
            <a:ext cx="3901603" cy="1568544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 altLang="ja-JP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プレイヤーが</a:t>
            </a:r>
            <a:endParaRPr kumimoji="1" lang="en-US" altLang="ja-JP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どう感じるか</a:t>
            </a:r>
            <a:endParaRPr kumimoji="1" lang="en-US" altLang="ja-JP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ja-JP" altLang="en-US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矢印: 下 4">
            <a:extLst>
              <a:ext uri="{FF2B5EF4-FFF2-40B4-BE49-F238E27FC236}">
                <a16:creationId xmlns:a16="http://schemas.microsoft.com/office/drawing/2014/main" id="{837F0AB4-6508-4619-9F4E-827A6B1D64EE}"/>
              </a:ext>
            </a:extLst>
          </p:cNvPr>
          <p:cNvSpPr/>
          <p:nvPr/>
        </p:nvSpPr>
        <p:spPr>
          <a:xfrm>
            <a:off x="3220323" y="5657358"/>
            <a:ext cx="484632" cy="46405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矢印: 下 10">
            <a:extLst>
              <a:ext uri="{FF2B5EF4-FFF2-40B4-BE49-F238E27FC236}">
                <a16:creationId xmlns:a16="http://schemas.microsoft.com/office/drawing/2014/main" id="{905904F0-FEAE-48AF-B206-826D19493D03}"/>
              </a:ext>
            </a:extLst>
          </p:cNvPr>
          <p:cNvSpPr/>
          <p:nvPr/>
        </p:nvSpPr>
        <p:spPr>
          <a:xfrm>
            <a:off x="5487273" y="5657358"/>
            <a:ext cx="484632" cy="46405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D1C65D6-BC17-41B6-8B2F-678CFB6D3777}"/>
              </a:ext>
            </a:extLst>
          </p:cNvPr>
          <p:cNvSpPr/>
          <p:nvPr/>
        </p:nvSpPr>
        <p:spPr>
          <a:xfrm>
            <a:off x="5353049" y="6172200"/>
            <a:ext cx="695325" cy="5715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満足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4AF0D3BD-546E-4F94-BF34-BE6901DB6F25}"/>
              </a:ext>
            </a:extLst>
          </p:cNvPr>
          <p:cNvSpPr/>
          <p:nvPr/>
        </p:nvSpPr>
        <p:spPr>
          <a:xfrm>
            <a:off x="3133725" y="6121416"/>
            <a:ext cx="695325" cy="5715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書道</a:t>
            </a:r>
          </a:p>
        </p:txBody>
      </p:sp>
      <p:sp>
        <p:nvSpPr>
          <p:cNvPr id="14" name="矢印: 下 13">
            <a:extLst>
              <a:ext uri="{FF2B5EF4-FFF2-40B4-BE49-F238E27FC236}">
                <a16:creationId xmlns:a16="http://schemas.microsoft.com/office/drawing/2014/main" id="{34CE8FD6-5703-457F-8DC5-ED2DE81E2FA0}"/>
              </a:ext>
            </a:extLst>
          </p:cNvPr>
          <p:cNvSpPr/>
          <p:nvPr/>
        </p:nvSpPr>
        <p:spPr>
          <a:xfrm>
            <a:off x="9544611" y="2868808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0478806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5AC1EE1-F107-4938-BD9B-9266B364809B}"/>
              </a:ext>
            </a:extLst>
          </p:cNvPr>
          <p:cNvSpPr/>
          <p:nvPr/>
        </p:nvSpPr>
        <p:spPr>
          <a:xfrm>
            <a:off x="184014" y="453350"/>
            <a:ext cx="2860743" cy="9144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制作</a:t>
            </a:r>
            <a:endParaRPr lang="en-US" altLang="ja-JP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技術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2A48834-5186-46A9-BA93-D439F279654F}"/>
              </a:ext>
            </a:extLst>
          </p:cNvPr>
          <p:cNvSpPr/>
          <p:nvPr/>
        </p:nvSpPr>
        <p:spPr>
          <a:xfrm>
            <a:off x="1266825" y="2310725"/>
            <a:ext cx="1924050" cy="11182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ユニティー</a:t>
            </a:r>
          </a:p>
        </p:txBody>
      </p:sp>
    </p:spTree>
    <p:extLst>
      <p:ext uri="{BB962C8B-B14F-4D97-AF65-F5344CB8AC3E}">
        <p14:creationId xmlns:p14="http://schemas.microsoft.com/office/powerpoint/2010/main" val="25899158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4102149-CCAB-4E46-B501-ED321D88C867}"/>
              </a:ext>
            </a:extLst>
          </p:cNvPr>
          <p:cNvSpPr/>
          <p:nvPr/>
        </p:nvSpPr>
        <p:spPr>
          <a:xfrm>
            <a:off x="184014" y="453349"/>
            <a:ext cx="7782939" cy="2085569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仕組みがどうおもしろく</a:t>
            </a:r>
            <a:endParaRPr kumimoji="1" lang="en-US" altLang="ja-JP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なるのかの説明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267747B-5E96-4DCD-BFCC-F90DF3DABE9C}"/>
              </a:ext>
            </a:extLst>
          </p:cNvPr>
          <p:cNvSpPr/>
          <p:nvPr/>
        </p:nvSpPr>
        <p:spPr>
          <a:xfrm>
            <a:off x="1323974" y="3200399"/>
            <a:ext cx="5534025" cy="1495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このゲームは止まれないので判断力が求められる</a:t>
            </a:r>
            <a:endParaRPr kumimoji="1"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そして普段しないマウスによって字を描く</a:t>
            </a:r>
            <a:endParaRPr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この二つが合わさることによって新しい体験が生まれる</a:t>
            </a:r>
            <a:endParaRPr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676793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1238</TotalTime>
  <Words>308</Words>
  <Application>Microsoft Office PowerPoint</Application>
  <PresentationFormat>ワイド画面</PresentationFormat>
  <Paragraphs>68</Paragraphs>
  <Slides>16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1" baseType="lpstr">
      <vt:lpstr>メイリオ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subject/>
  <dc:creator/>
  <cp:keywords/>
  <dc:description>generated using python-pptx</dc:description>
  <cp:lastModifiedBy>kousuke yamamoto</cp:lastModifiedBy>
  <cp:revision>77</cp:revision>
  <dcterms:created xsi:type="dcterms:W3CDTF">2013-01-27T09:14:16Z</dcterms:created>
  <dcterms:modified xsi:type="dcterms:W3CDTF">2026-10-06T07:29:44Z</dcterms:modified>
  <cp:category/>
</cp:coreProperties>
</file>