
<file path=[Content_Types].xml><?xml version="1.0" encoding="utf-8"?>
<Types xmlns="http://schemas.openxmlformats.org/package/2006/content-types">
  <Default Extension="jpe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1"/>
  </p:sldMasterIdLst>
  <p:notesMasterIdLst>
    <p:notesMasterId r:id="rId11"/>
  </p:notesMasterIdLst>
  <p:sldIdLst>
    <p:sldId id="264" r:id="rId2"/>
    <p:sldId id="259" r:id="rId3"/>
    <p:sldId id="257" r:id="rId4"/>
    <p:sldId id="261" r:id="rId5"/>
    <p:sldId id="273" r:id="rId6"/>
    <p:sldId id="280" r:id="rId7"/>
    <p:sldId id="279" r:id="rId8"/>
    <p:sldId id="278" r:id="rId9"/>
    <p:sldId id="281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63746"/>
    <a:srgbClr val="8DD9EE"/>
    <a:srgbClr val="123B5A"/>
    <a:srgbClr val="DDF3FA"/>
    <a:srgbClr val="263238"/>
    <a:srgbClr val="123A5A"/>
    <a:srgbClr val="D8F0FA"/>
    <a:srgbClr val="EA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53" autoAdjust="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uke yamamoto" userId="516c4d66ab16f868" providerId="LiveId" clId="{3DBCF2D6-846C-4AC5-B769-15D59CED32E7}"/>
    <pc:docChg chg="undo custSel addSld modSld sldOrd">
      <pc:chgData name="kousuke yamamoto" userId="516c4d66ab16f868" providerId="LiveId" clId="{3DBCF2D6-846C-4AC5-B769-15D59CED32E7}" dt="2026-10-06T05:13:21.631" v="53"/>
      <pc:docMkLst>
        <pc:docMk/>
      </pc:docMkLst>
      <pc:sldChg chg="addSp delSp modSp mod">
        <pc:chgData name="kousuke yamamoto" userId="516c4d66ab16f868" providerId="LiveId" clId="{3DBCF2D6-846C-4AC5-B769-15D59CED32E7}" dt="2026-10-06T04:59:45.408" v="51" actId="14100"/>
        <pc:sldMkLst>
          <pc:docMk/>
          <pc:sldMk cId="0" sldId="261"/>
        </pc:sldMkLst>
        <pc:spChg chg="add del mod">
          <ac:chgData name="kousuke yamamoto" userId="516c4d66ab16f868" providerId="LiveId" clId="{3DBCF2D6-846C-4AC5-B769-15D59CED32E7}" dt="2026-10-06T04:59:25.854" v="28" actId="478"/>
          <ac:spMkLst>
            <pc:docMk/>
            <pc:sldMk cId="0" sldId="261"/>
            <ac:spMk id="2" creationId="{F821687B-3030-42F0-A24A-7C58AE191B85}"/>
          </ac:spMkLst>
        </pc:spChg>
        <pc:spChg chg="mod">
          <ac:chgData name="kousuke yamamoto" userId="516c4d66ab16f868" providerId="LiveId" clId="{3DBCF2D6-846C-4AC5-B769-15D59CED32E7}" dt="2026-10-06T04:59:45.408" v="51" actId="14100"/>
          <ac:spMkLst>
            <pc:docMk/>
            <pc:sldMk cId="0" sldId="261"/>
            <ac:spMk id="3" creationId="{70EAE7B8-2E7A-4AF5-9F80-324BE3D322C8}"/>
          </ac:spMkLst>
        </pc:spChg>
      </pc:sldChg>
      <pc:sldChg chg="addSp modSp new mod ord">
        <pc:chgData name="kousuke yamamoto" userId="516c4d66ab16f868" providerId="LiveId" clId="{3DBCF2D6-846C-4AC5-B769-15D59CED32E7}" dt="2026-10-06T05:13:21.631" v="53"/>
        <pc:sldMkLst>
          <pc:docMk/>
          <pc:sldMk cId="1368519107" sldId="275"/>
        </pc:sldMkLst>
        <pc:spChg chg="add mod">
          <ac:chgData name="kousuke yamamoto" userId="516c4d66ab16f868" providerId="LiveId" clId="{3DBCF2D6-846C-4AC5-B769-15D59CED32E7}" dt="2026-10-06T04:58:09.988" v="20" actId="1076"/>
          <ac:spMkLst>
            <pc:docMk/>
            <pc:sldMk cId="1368519107" sldId="275"/>
            <ac:spMk id="2" creationId="{833A4E06-EE75-40A7-A1FD-D57D73A87CA8}"/>
          </ac:spMkLst>
        </pc:spChg>
      </pc:sldChg>
    </pc:docChg>
  </pc:docChgLst>
  <pc:docChgLst>
    <pc:chgData name="kousuke yamamoto" userId="516c4d66ab16f868" providerId="LiveId" clId="{D5857573-2C41-4D75-AB9F-5CA89102AE51}"/>
    <pc:docChg chg="custSel addSld delSld modSld">
      <pc:chgData name="kousuke yamamoto" userId="516c4d66ab16f868" providerId="LiveId" clId="{D5857573-2C41-4D75-AB9F-5CA89102AE51}" dt="2026-10-07T06:11:25.329" v="579" actId="1076"/>
      <pc:docMkLst>
        <pc:docMk/>
      </pc:docMkLst>
      <pc:sldChg chg="del">
        <pc:chgData name="kousuke yamamoto" userId="516c4d66ab16f868" providerId="LiveId" clId="{D5857573-2C41-4D75-AB9F-5CA89102AE51}" dt="2026-10-06T07:45:46.574" v="1" actId="2696"/>
        <pc:sldMkLst>
          <pc:docMk/>
          <pc:sldMk cId="0" sldId="258"/>
        </pc:sldMkLst>
      </pc:sldChg>
      <pc:sldChg chg="modSp mod">
        <pc:chgData name="kousuke yamamoto" userId="516c4d66ab16f868" providerId="LiveId" clId="{D5857573-2C41-4D75-AB9F-5CA89102AE51}" dt="2026-10-07T06:05:04.442" v="528" actId="1076"/>
        <pc:sldMkLst>
          <pc:docMk/>
          <pc:sldMk cId="0" sldId="259"/>
        </pc:sldMkLst>
        <pc:spChg chg="mod">
          <ac:chgData name="kousuke yamamoto" userId="516c4d66ab16f868" providerId="LiveId" clId="{D5857573-2C41-4D75-AB9F-5CA89102AE51}" dt="2026-10-07T06:05:04.442" v="528" actId="1076"/>
          <ac:spMkLst>
            <pc:docMk/>
            <pc:sldMk cId="0" sldId="259"/>
            <ac:spMk id="5" creationId="{5F738E8E-6FD1-4FFF-9E24-5B37EDA81C3D}"/>
          </ac:spMkLst>
        </pc:spChg>
      </pc:sldChg>
      <pc:sldChg chg="del">
        <pc:chgData name="kousuke yamamoto" userId="516c4d66ab16f868" providerId="LiveId" clId="{D5857573-2C41-4D75-AB9F-5CA89102AE51}" dt="2026-10-06T07:46:11.048" v="7" actId="2696"/>
        <pc:sldMkLst>
          <pc:docMk/>
          <pc:sldMk cId="0" sldId="263"/>
        </pc:sldMkLst>
      </pc:sldChg>
      <pc:sldChg chg="delSp modSp mod">
        <pc:chgData name="kousuke yamamoto" userId="516c4d66ab16f868" providerId="LiveId" clId="{D5857573-2C41-4D75-AB9F-5CA89102AE51}" dt="2026-10-06T07:46:29.165" v="42" actId="478"/>
        <pc:sldMkLst>
          <pc:docMk/>
          <pc:sldMk cId="3622600241" sldId="264"/>
        </pc:sldMkLst>
        <pc:spChg chg="mod">
          <ac:chgData name="kousuke yamamoto" userId="516c4d66ab16f868" providerId="LiveId" clId="{D5857573-2C41-4D75-AB9F-5CA89102AE51}" dt="2026-10-06T07:46:24.302" v="41" actId="20577"/>
          <ac:spMkLst>
            <pc:docMk/>
            <pc:sldMk cId="3622600241" sldId="264"/>
            <ac:spMk id="3" creationId="{3C9E4263-8370-4EC0-B987-B59700E54FA7}"/>
          </ac:spMkLst>
        </pc:spChg>
        <pc:spChg chg="del">
          <ac:chgData name="kousuke yamamoto" userId="516c4d66ab16f868" providerId="LiveId" clId="{D5857573-2C41-4D75-AB9F-5CA89102AE51}" dt="2026-10-06T07:46:29.165" v="42" actId="478"/>
          <ac:spMkLst>
            <pc:docMk/>
            <pc:sldMk cId="3622600241" sldId="264"/>
            <ac:spMk id="5" creationId="{7BD15FD0-936A-427E-B92E-3358E9AE87D9}"/>
          </ac:spMkLst>
        </pc:spChg>
      </pc:sldChg>
      <pc:sldChg chg="del">
        <pc:chgData name="kousuke yamamoto" userId="516c4d66ab16f868" providerId="LiveId" clId="{D5857573-2C41-4D75-AB9F-5CA89102AE51}" dt="2026-10-06T07:45:57.835" v="3" actId="2696"/>
        <pc:sldMkLst>
          <pc:docMk/>
          <pc:sldMk cId="2167679312" sldId="266"/>
        </pc:sldMkLst>
      </pc:sldChg>
      <pc:sldChg chg="del">
        <pc:chgData name="kousuke yamamoto" userId="516c4d66ab16f868" providerId="LiveId" clId="{D5857573-2C41-4D75-AB9F-5CA89102AE51}" dt="2026-10-06T07:46:00.031" v="4" actId="2696"/>
        <pc:sldMkLst>
          <pc:docMk/>
          <pc:sldMk cId="4047880640" sldId="267"/>
        </pc:sldMkLst>
      </pc:sldChg>
      <pc:sldChg chg="del">
        <pc:chgData name="kousuke yamamoto" userId="516c4d66ab16f868" providerId="LiveId" clId="{D5857573-2C41-4D75-AB9F-5CA89102AE51}" dt="2026-10-07T05:57:32.275" v="477" actId="2696"/>
        <pc:sldMkLst>
          <pc:docMk/>
          <pc:sldMk cId="1417576500" sldId="268"/>
        </pc:sldMkLst>
      </pc:sldChg>
      <pc:sldChg chg="del">
        <pc:chgData name="kousuke yamamoto" userId="516c4d66ab16f868" providerId="LiveId" clId="{D5857573-2C41-4D75-AB9F-5CA89102AE51}" dt="2026-10-06T07:45:55.120" v="2" actId="2696"/>
        <pc:sldMkLst>
          <pc:docMk/>
          <pc:sldMk cId="2589915879" sldId="271"/>
        </pc:sldMkLst>
      </pc:sldChg>
      <pc:sldChg chg="del">
        <pc:chgData name="kousuke yamamoto" userId="516c4d66ab16f868" providerId="LiveId" clId="{D5857573-2C41-4D75-AB9F-5CA89102AE51}" dt="2026-10-06T07:46:02.571" v="5" actId="2696"/>
        <pc:sldMkLst>
          <pc:docMk/>
          <pc:sldMk cId="4151086904" sldId="274"/>
        </pc:sldMkLst>
      </pc:sldChg>
      <pc:sldChg chg="del">
        <pc:chgData name="kousuke yamamoto" userId="516c4d66ab16f868" providerId="LiveId" clId="{D5857573-2C41-4D75-AB9F-5CA89102AE51}" dt="2026-10-06T07:45:44.808" v="0" actId="2696"/>
        <pc:sldMkLst>
          <pc:docMk/>
          <pc:sldMk cId="1368519107" sldId="275"/>
        </pc:sldMkLst>
      </pc:sldChg>
      <pc:sldChg chg="del">
        <pc:chgData name="kousuke yamamoto" userId="516c4d66ab16f868" providerId="LiveId" clId="{D5857573-2C41-4D75-AB9F-5CA89102AE51}" dt="2026-10-07T05:57:35.849" v="478" actId="2696"/>
        <pc:sldMkLst>
          <pc:docMk/>
          <pc:sldMk cId="2174802983" sldId="276"/>
        </pc:sldMkLst>
      </pc:sldChg>
      <pc:sldChg chg="del">
        <pc:chgData name="kousuke yamamoto" userId="516c4d66ab16f868" providerId="LiveId" clId="{D5857573-2C41-4D75-AB9F-5CA89102AE51}" dt="2026-10-06T07:46:04.341" v="6" actId="2696"/>
        <pc:sldMkLst>
          <pc:docMk/>
          <pc:sldMk cId="3007763323" sldId="277"/>
        </pc:sldMkLst>
      </pc:sldChg>
      <pc:sldChg chg="addSp modSp new mod">
        <pc:chgData name="kousuke yamamoto" userId="516c4d66ab16f868" providerId="LiveId" clId="{D5857573-2C41-4D75-AB9F-5CA89102AE51}" dt="2026-10-07T05:56:33.187" v="474" actId="20577"/>
        <pc:sldMkLst>
          <pc:docMk/>
          <pc:sldMk cId="919960110" sldId="279"/>
        </pc:sldMkLst>
        <pc:spChg chg="add mod">
          <ac:chgData name="kousuke yamamoto" userId="516c4d66ab16f868" providerId="LiveId" clId="{D5857573-2C41-4D75-AB9F-5CA89102AE51}" dt="2026-10-07T05:56:19.386" v="468" actId="14100"/>
          <ac:spMkLst>
            <pc:docMk/>
            <pc:sldMk cId="919960110" sldId="279"/>
            <ac:spMk id="2" creationId="{BF3D83FA-1539-4F05-B445-0C144A637B7C}"/>
          </ac:spMkLst>
        </pc:spChg>
        <pc:spChg chg="add mod">
          <ac:chgData name="kousuke yamamoto" userId="516c4d66ab16f868" providerId="LiveId" clId="{D5857573-2C41-4D75-AB9F-5CA89102AE51}" dt="2026-10-07T05:56:15.370" v="467" actId="14100"/>
          <ac:spMkLst>
            <pc:docMk/>
            <pc:sldMk cId="919960110" sldId="279"/>
            <ac:spMk id="3" creationId="{C47421D0-B445-49D8-9C9B-18E696574949}"/>
          </ac:spMkLst>
        </pc:spChg>
        <pc:spChg chg="add mod">
          <ac:chgData name="kousuke yamamoto" userId="516c4d66ab16f868" providerId="LiveId" clId="{D5857573-2C41-4D75-AB9F-5CA89102AE51}" dt="2026-10-07T05:56:12.697" v="466" actId="14100"/>
          <ac:spMkLst>
            <pc:docMk/>
            <pc:sldMk cId="919960110" sldId="279"/>
            <ac:spMk id="4" creationId="{9C85CDB3-11E3-4582-BCED-667AE07A3A0D}"/>
          </ac:spMkLst>
        </pc:spChg>
        <pc:spChg chg="add mod">
          <ac:chgData name="kousuke yamamoto" userId="516c4d66ab16f868" providerId="LiveId" clId="{D5857573-2C41-4D75-AB9F-5CA89102AE51}" dt="2026-10-07T05:53:57.650" v="447" actId="14100"/>
          <ac:spMkLst>
            <pc:docMk/>
            <pc:sldMk cId="919960110" sldId="279"/>
            <ac:spMk id="5" creationId="{9FF7FB84-B30C-43E4-B6AC-37C381E93622}"/>
          </ac:spMkLst>
        </pc:spChg>
        <pc:spChg chg="add mod">
          <ac:chgData name="kousuke yamamoto" userId="516c4d66ab16f868" providerId="LiveId" clId="{D5857573-2C41-4D75-AB9F-5CA89102AE51}" dt="2026-10-07T05:56:02.300" v="464" actId="208"/>
          <ac:spMkLst>
            <pc:docMk/>
            <pc:sldMk cId="919960110" sldId="279"/>
            <ac:spMk id="6" creationId="{3EF9EED5-7E2D-44F9-A550-3AB338DE4D35}"/>
          </ac:spMkLst>
        </pc:spChg>
        <pc:spChg chg="add mod">
          <ac:chgData name="kousuke yamamoto" userId="516c4d66ab16f868" providerId="LiveId" clId="{D5857573-2C41-4D75-AB9F-5CA89102AE51}" dt="2026-10-07T05:56:33.187" v="474" actId="20577"/>
          <ac:spMkLst>
            <pc:docMk/>
            <pc:sldMk cId="919960110" sldId="279"/>
            <ac:spMk id="7" creationId="{6E5B084D-CC9F-4695-B978-D9337D736B34}"/>
          </ac:spMkLst>
        </pc:spChg>
      </pc:sldChg>
      <pc:sldChg chg="addSp delSp modSp new mod">
        <pc:chgData name="kousuke yamamoto" userId="516c4d66ab16f868" providerId="LiveId" clId="{D5857573-2C41-4D75-AB9F-5CA89102AE51}" dt="2026-10-07T05:56:46.274" v="476" actId="14100"/>
        <pc:sldMkLst>
          <pc:docMk/>
          <pc:sldMk cId="1052657188" sldId="280"/>
        </pc:sldMkLst>
        <pc:spChg chg="add mod">
          <ac:chgData name="kousuke yamamoto" userId="516c4d66ab16f868" providerId="LiveId" clId="{D5857573-2C41-4D75-AB9F-5CA89102AE51}" dt="2026-10-07T05:16:08.201" v="199" actId="1076"/>
          <ac:spMkLst>
            <pc:docMk/>
            <pc:sldMk cId="1052657188" sldId="280"/>
            <ac:spMk id="2" creationId="{B2FC1149-7A59-4FE9-B11D-F12ABE9B4EFE}"/>
          </ac:spMkLst>
        </pc:spChg>
        <pc:spChg chg="add mod">
          <ac:chgData name="kousuke yamamoto" userId="516c4d66ab16f868" providerId="LiveId" clId="{D5857573-2C41-4D75-AB9F-5CA89102AE51}" dt="2026-10-07T05:16:11.986" v="201" actId="1076"/>
          <ac:spMkLst>
            <pc:docMk/>
            <pc:sldMk cId="1052657188" sldId="280"/>
            <ac:spMk id="3" creationId="{2373505A-EE41-4321-9F69-FB30EFB7A053}"/>
          </ac:spMkLst>
        </pc:spChg>
        <pc:spChg chg="add mod">
          <ac:chgData name="kousuke yamamoto" userId="516c4d66ab16f868" providerId="LiveId" clId="{D5857573-2C41-4D75-AB9F-5CA89102AE51}" dt="2026-10-07T05:16:05.041" v="197" actId="1076"/>
          <ac:spMkLst>
            <pc:docMk/>
            <pc:sldMk cId="1052657188" sldId="280"/>
            <ac:spMk id="4" creationId="{CFB89082-A4EA-45D2-A362-769DB0B5B6BB}"/>
          </ac:spMkLst>
        </pc:spChg>
        <pc:spChg chg="add mod">
          <ac:chgData name="kousuke yamamoto" userId="516c4d66ab16f868" providerId="LiveId" clId="{D5857573-2C41-4D75-AB9F-5CA89102AE51}" dt="2026-10-07T05:16:15.171" v="203" actId="1076"/>
          <ac:spMkLst>
            <pc:docMk/>
            <pc:sldMk cId="1052657188" sldId="280"/>
            <ac:spMk id="5" creationId="{065A4485-D696-4283-B903-32B04CC9C478}"/>
          </ac:spMkLst>
        </pc:spChg>
        <pc:spChg chg="add mod">
          <ac:chgData name="kousuke yamamoto" userId="516c4d66ab16f868" providerId="LiveId" clId="{D5857573-2C41-4D75-AB9F-5CA89102AE51}" dt="2026-10-07T05:16:27.403" v="210" actId="1076"/>
          <ac:spMkLst>
            <pc:docMk/>
            <pc:sldMk cId="1052657188" sldId="280"/>
            <ac:spMk id="6" creationId="{36ECD351-79D8-477C-9911-D8A58679F708}"/>
          </ac:spMkLst>
        </pc:spChg>
        <pc:spChg chg="add mod">
          <ac:chgData name="kousuke yamamoto" userId="516c4d66ab16f868" providerId="LiveId" clId="{D5857573-2C41-4D75-AB9F-5CA89102AE51}" dt="2026-10-07T05:16:06.651" v="198" actId="1076"/>
          <ac:spMkLst>
            <pc:docMk/>
            <pc:sldMk cId="1052657188" sldId="280"/>
            <ac:spMk id="7" creationId="{1276B494-8EF1-4645-B573-0838DF034EAB}"/>
          </ac:spMkLst>
        </pc:spChg>
        <pc:spChg chg="add mod">
          <ac:chgData name="kousuke yamamoto" userId="516c4d66ab16f868" providerId="LiveId" clId="{D5857573-2C41-4D75-AB9F-5CA89102AE51}" dt="2026-10-07T05:15:59.369" v="195" actId="1076"/>
          <ac:spMkLst>
            <pc:docMk/>
            <pc:sldMk cId="1052657188" sldId="280"/>
            <ac:spMk id="8" creationId="{B887D46A-52F5-4D81-9995-C12C4DD18C36}"/>
          </ac:spMkLst>
        </pc:spChg>
        <pc:spChg chg="add mod">
          <ac:chgData name="kousuke yamamoto" userId="516c4d66ab16f868" providerId="LiveId" clId="{D5857573-2C41-4D75-AB9F-5CA89102AE51}" dt="2026-10-07T05:16:20.899" v="207" actId="1076"/>
          <ac:spMkLst>
            <pc:docMk/>
            <pc:sldMk cId="1052657188" sldId="280"/>
            <ac:spMk id="9" creationId="{11D8B256-FCA6-420F-A37A-CB93A18C686F}"/>
          </ac:spMkLst>
        </pc:spChg>
        <pc:spChg chg="add mod">
          <ac:chgData name="kousuke yamamoto" userId="516c4d66ab16f868" providerId="LiveId" clId="{D5857573-2C41-4D75-AB9F-5CA89102AE51}" dt="2026-10-07T05:16:16.515" v="204" actId="1076"/>
          <ac:spMkLst>
            <pc:docMk/>
            <pc:sldMk cId="1052657188" sldId="280"/>
            <ac:spMk id="10" creationId="{4D213F70-2F9D-4F46-B6EC-A37973F7CBD5}"/>
          </ac:spMkLst>
        </pc:spChg>
        <pc:spChg chg="add mod">
          <ac:chgData name="kousuke yamamoto" userId="516c4d66ab16f868" providerId="LiveId" clId="{D5857573-2C41-4D75-AB9F-5CA89102AE51}" dt="2026-10-07T05:16:02.970" v="196" actId="1076"/>
          <ac:spMkLst>
            <pc:docMk/>
            <pc:sldMk cId="1052657188" sldId="280"/>
            <ac:spMk id="11" creationId="{CC3BC033-7AD4-46D2-B96B-E5DB4A7F7329}"/>
          </ac:spMkLst>
        </pc:spChg>
        <pc:spChg chg="add mod">
          <ac:chgData name="kousuke yamamoto" userId="516c4d66ab16f868" providerId="LiveId" clId="{D5857573-2C41-4D75-AB9F-5CA89102AE51}" dt="2026-10-07T05:16:13.594" v="202" actId="1076"/>
          <ac:spMkLst>
            <pc:docMk/>
            <pc:sldMk cId="1052657188" sldId="280"/>
            <ac:spMk id="12" creationId="{F4EC8B18-7BD3-4FAF-AF4F-AC242269E04F}"/>
          </ac:spMkLst>
        </pc:spChg>
        <pc:spChg chg="add mod">
          <ac:chgData name="kousuke yamamoto" userId="516c4d66ab16f868" providerId="LiveId" clId="{D5857573-2C41-4D75-AB9F-5CA89102AE51}" dt="2026-10-07T05:16:22.881" v="208" actId="1076"/>
          <ac:spMkLst>
            <pc:docMk/>
            <pc:sldMk cId="1052657188" sldId="280"/>
            <ac:spMk id="13" creationId="{5B769432-1C2D-435D-8972-7A04AFB36472}"/>
          </ac:spMkLst>
        </pc:spChg>
        <pc:spChg chg="add mod">
          <ac:chgData name="kousuke yamamoto" userId="516c4d66ab16f868" providerId="LiveId" clId="{D5857573-2C41-4D75-AB9F-5CA89102AE51}" dt="2026-10-07T05:16:25.690" v="209" actId="1076"/>
          <ac:spMkLst>
            <pc:docMk/>
            <pc:sldMk cId="1052657188" sldId="280"/>
            <ac:spMk id="14" creationId="{46E7785E-C40D-402E-A4E6-0A214E9E65C5}"/>
          </ac:spMkLst>
        </pc:spChg>
        <pc:spChg chg="add mod">
          <ac:chgData name="kousuke yamamoto" userId="516c4d66ab16f868" providerId="LiveId" clId="{D5857573-2C41-4D75-AB9F-5CA89102AE51}" dt="2026-10-07T05:16:18.155" v="205" actId="1076"/>
          <ac:spMkLst>
            <pc:docMk/>
            <pc:sldMk cId="1052657188" sldId="280"/>
            <ac:spMk id="15" creationId="{5EDC8A07-DC2F-49ED-8A3D-EB962195CA92}"/>
          </ac:spMkLst>
        </pc:spChg>
        <pc:spChg chg="add mod">
          <ac:chgData name="kousuke yamamoto" userId="516c4d66ab16f868" providerId="LiveId" clId="{D5857573-2C41-4D75-AB9F-5CA89102AE51}" dt="2026-10-07T05:16:10.194" v="200" actId="1076"/>
          <ac:spMkLst>
            <pc:docMk/>
            <pc:sldMk cId="1052657188" sldId="280"/>
            <ac:spMk id="16" creationId="{432EBCC8-B63E-416F-9E3B-B23423C1E5B3}"/>
          </ac:spMkLst>
        </pc:spChg>
        <pc:spChg chg="add del mod">
          <ac:chgData name="kousuke yamamoto" userId="516c4d66ab16f868" providerId="LiveId" clId="{D5857573-2C41-4D75-AB9F-5CA89102AE51}" dt="2026-10-07T04:43:49.362" v="68" actId="478"/>
          <ac:spMkLst>
            <pc:docMk/>
            <pc:sldMk cId="1052657188" sldId="280"/>
            <ac:spMk id="17" creationId="{45A8AD5D-1187-4B51-8784-9B9DC7ED2513}"/>
          </ac:spMkLst>
        </pc:spChg>
        <pc:spChg chg="add mod">
          <ac:chgData name="kousuke yamamoto" userId="516c4d66ab16f868" providerId="LiveId" clId="{D5857573-2C41-4D75-AB9F-5CA89102AE51}" dt="2026-10-07T05:39:18.915" v="364" actId="14100"/>
          <ac:spMkLst>
            <pc:docMk/>
            <pc:sldMk cId="1052657188" sldId="280"/>
            <ac:spMk id="29" creationId="{BBA72A92-9735-4E30-A84C-A21F8EE0712B}"/>
          </ac:spMkLst>
        </pc:spChg>
        <pc:spChg chg="add mod">
          <ac:chgData name="kousuke yamamoto" userId="516c4d66ab16f868" providerId="LiveId" clId="{D5857573-2C41-4D75-AB9F-5CA89102AE51}" dt="2026-10-07T05:56:46.274" v="476" actId="14100"/>
          <ac:spMkLst>
            <pc:docMk/>
            <pc:sldMk cId="1052657188" sldId="280"/>
            <ac:spMk id="30" creationId="{BB3F4799-2310-4452-96E6-CB79CCE99F18}"/>
          </ac:spMkLst>
        </pc:spChg>
        <pc:spChg chg="add mod">
          <ac:chgData name="kousuke yamamoto" userId="516c4d66ab16f868" providerId="LiveId" clId="{D5857573-2C41-4D75-AB9F-5CA89102AE51}" dt="2026-10-07T05:35:53.721" v="340" actId="1076"/>
          <ac:spMkLst>
            <pc:docMk/>
            <pc:sldMk cId="1052657188" sldId="280"/>
            <ac:spMk id="31" creationId="{24615237-2BC6-419A-A5F1-BE6B0F05DD15}"/>
          </ac:spMkLst>
        </pc:spChg>
        <pc:spChg chg="add mod">
          <ac:chgData name="kousuke yamamoto" userId="516c4d66ab16f868" providerId="LiveId" clId="{D5857573-2C41-4D75-AB9F-5CA89102AE51}" dt="2026-10-07T05:38:41.330" v="356" actId="14100"/>
          <ac:spMkLst>
            <pc:docMk/>
            <pc:sldMk cId="1052657188" sldId="280"/>
            <ac:spMk id="32" creationId="{A744D7B0-C499-4C30-B5E0-DBB63874843F}"/>
          </ac:spMkLst>
        </pc:spChg>
        <pc:spChg chg="add mod">
          <ac:chgData name="kousuke yamamoto" userId="516c4d66ab16f868" providerId="LiveId" clId="{D5857573-2C41-4D75-AB9F-5CA89102AE51}" dt="2026-10-07T05:32:57.306" v="322" actId="14100"/>
          <ac:spMkLst>
            <pc:docMk/>
            <pc:sldMk cId="1052657188" sldId="280"/>
            <ac:spMk id="33" creationId="{73E9A9B1-9043-4A93-8094-6D23E06F18AA}"/>
          </ac:spMkLst>
        </pc:spChg>
        <pc:spChg chg="add mod">
          <ac:chgData name="kousuke yamamoto" userId="516c4d66ab16f868" providerId="LiveId" clId="{D5857573-2C41-4D75-AB9F-5CA89102AE51}" dt="2026-10-07T05:39:02.665" v="359" actId="14100"/>
          <ac:spMkLst>
            <pc:docMk/>
            <pc:sldMk cId="1052657188" sldId="280"/>
            <ac:spMk id="34" creationId="{D8894E93-F099-4FA9-B80C-C537672E01AF}"/>
          </ac:spMkLst>
        </pc:spChg>
        <pc:spChg chg="add del mod">
          <ac:chgData name="kousuke yamamoto" userId="516c4d66ab16f868" providerId="LiveId" clId="{D5857573-2C41-4D75-AB9F-5CA89102AE51}" dt="2026-10-07T05:14:20.516" v="183" actId="478"/>
          <ac:spMkLst>
            <pc:docMk/>
            <pc:sldMk cId="1052657188" sldId="280"/>
            <ac:spMk id="35" creationId="{D03EB042-ACCA-4716-B030-67F430993771}"/>
          </ac:spMkLst>
        </pc:spChg>
        <pc:spChg chg="add mod">
          <ac:chgData name="kousuke yamamoto" userId="516c4d66ab16f868" providerId="LiveId" clId="{D5857573-2C41-4D75-AB9F-5CA89102AE51}" dt="2026-10-07T05:39:16.218" v="363" actId="1076"/>
          <ac:spMkLst>
            <pc:docMk/>
            <pc:sldMk cId="1052657188" sldId="280"/>
            <ac:spMk id="36" creationId="{8B149464-931B-474D-91C3-259DE66DE1CE}"/>
          </ac:spMkLst>
        </pc:spChg>
        <pc:spChg chg="add mod">
          <ac:chgData name="kousuke yamamoto" userId="516c4d66ab16f868" providerId="LiveId" clId="{D5857573-2C41-4D75-AB9F-5CA89102AE51}" dt="2026-10-07T05:16:39.378" v="218" actId="1076"/>
          <ac:spMkLst>
            <pc:docMk/>
            <pc:sldMk cId="1052657188" sldId="280"/>
            <ac:spMk id="37" creationId="{09F9DEB2-FC63-48B0-81C3-D8F94E48120D}"/>
          </ac:spMkLst>
        </pc:spChg>
        <pc:spChg chg="add mod">
          <ac:chgData name="kousuke yamamoto" userId="516c4d66ab16f868" providerId="LiveId" clId="{D5857573-2C41-4D75-AB9F-5CA89102AE51}" dt="2026-10-07T05:16:37.466" v="217" actId="1076"/>
          <ac:spMkLst>
            <pc:docMk/>
            <pc:sldMk cId="1052657188" sldId="280"/>
            <ac:spMk id="38" creationId="{D3D3B249-ADBE-422C-B027-68D10BBC6FCE}"/>
          </ac:spMkLst>
        </pc:spChg>
        <pc:spChg chg="add mod">
          <ac:chgData name="kousuke yamamoto" userId="516c4d66ab16f868" providerId="LiveId" clId="{D5857573-2C41-4D75-AB9F-5CA89102AE51}" dt="2026-10-07T05:16:35.818" v="216" actId="1076"/>
          <ac:spMkLst>
            <pc:docMk/>
            <pc:sldMk cId="1052657188" sldId="280"/>
            <ac:spMk id="39" creationId="{EB032937-15FA-41CF-8750-D2D3A36655C7}"/>
          </ac:spMkLst>
        </pc:spChg>
        <pc:spChg chg="add mod">
          <ac:chgData name="kousuke yamamoto" userId="516c4d66ab16f868" providerId="LiveId" clId="{D5857573-2C41-4D75-AB9F-5CA89102AE51}" dt="2026-10-07T05:16:33.643" v="215" actId="1076"/>
          <ac:spMkLst>
            <pc:docMk/>
            <pc:sldMk cId="1052657188" sldId="280"/>
            <ac:spMk id="40" creationId="{18EFA471-7F47-4712-B4E7-F9DCA0018244}"/>
          </ac:spMkLst>
        </pc:spChg>
        <pc:spChg chg="add mod">
          <ac:chgData name="kousuke yamamoto" userId="516c4d66ab16f868" providerId="LiveId" clId="{D5857573-2C41-4D75-AB9F-5CA89102AE51}" dt="2026-10-07T05:16:51.801" v="231" actId="1076"/>
          <ac:spMkLst>
            <pc:docMk/>
            <pc:sldMk cId="1052657188" sldId="280"/>
            <ac:spMk id="41" creationId="{27B5AF6A-B720-4A15-BD96-3B2AB1BFA765}"/>
          </ac:spMkLst>
        </pc:spChg>
        <pc:spChg chg="add mod">
          <ac:chgData name="kousuke yamamoto" userId="516c4d66ab16f868" providerId="LiveId" clId="{D5857573-2C41-4D75-AB9F-5CA89102AE51}" dt="2026-10-07T05:16:50.594" v="230" actId="1076"/>
          <ac:spMkLst>
            <pc:docMk/>
            <pc:sldMk cId="1052657188" sldId="280"/>
            <ac:spMk id="42" creationId="{28866596-4847-4AAB-A3D3-97168D8FBAAA}"/>
          </ac:spMkLst>
        </pc:spChg>
        <pc:spChg chg="add mod">
          <ac:chgData name="kousuke yamamoto" userId="516c4d66ab16f868" providerId="LiveId" clId="{D5857573-2C41-4D75-AB9F-5CA89102AE51}" dt="2026-10-07T05:16:53.570" v="232" actId="1076"/>
          <ac:spMkLst>
            <pc:docMk/>
            <pc:sldMk cId="1052657188" sldId="280"/>
            <ac:spMk id="43" creationId="{DA648A99-006F-4AE3-826A-44E96410B1D6}"/>
          </ac:spMkLst>
        </pc:spChg>
        <pc:spChg chg="add mod">
          <ac:chgData name="kousuke yamamoto" userId="516c4d66ab16f868" providerId="LiveId" clId="{D5857573-2C41-4D75-AB9F-5CA89102AE51}" dt="2026-10-07T05:16:49.234" v="229" actId="1076"/>
          <ac:spMkLst>
            <pc:docMk/>
            <pc:sldMk cId="1052657188" sldId="280"/>
            <ac:spMk id="44" creationId="{79338979-1CA2-428B-87CA-C244969483C4}"/>
          </ac:spMkLst>
        </pc:spChg>
        <pc:spChg chg="add mod">
          <ac:chgData name="kousuke yamamoto" userId="516c4d66ab16f868" providerId="LiveId" clId="{D5857573-2C41-4D75-AB9F-5CA89102AE51}" dt="2026-10-07T05:16:47.524" v="228" actId="1076"/>
          <ac:spMkLst>
            <pc:docMk/>
            <pc:sldMk cId="1052657188" sldId="280"/>
            <ac:spMk id="45" creationId="{961FDBE3-C004-40EC-9C48-8FC3D133FB0D}"/>
          </ac:spMkLst>
        </pc:spChg>
        <pc:spChg chg="add mod">
          <ac:chgData name="kousuke yamamoto" userId="516c4d66ab16f868" providerId="LiveId" clId="{D5857573-2C41-4D75-AB9F-5CA89102AE51}" dt="2026-10-07T05:16:46.186" v="227" actId="1076"/>
          <ac:spMkLst>
            <pc:docMk/>
            <pc:sldMk cId="1052657188" sldId="280"/>
            <ac:spMk id="46" creationId="{DE90BADF-4B06-44E9-BA54-FBC5F847C721}"/>
          </ac:spMkLst>
        </pc:spChg>
        <pc:spChg chg="add mod">
          <ac:chgData name="kousuke yamamoto" userId="516c4d66ab16f868" providerId="LiveId" clId="{D5857573-2C41-4D75-AB9F-5CA89102AE51}" dt="2026-10-07T05:16:44.814" v="226" actId="1076"/>
          <ac:spMkLst>
            <pc:docMk/>
            <pc:sldMk cId="1052657188" sldId="280"/>
            <ac:spMk id="47" creationId="{81D19150-5041-4D06-9CEC-CE0960BB50E9}"/>
          </ac:spMkLst>
        </pc:spChg>
        <pc:spChg chg="add mod">
          <ac:chgData name="kousuke yamamoto" userId="516c4d66ab16f868" providerId="LiveId" clId="{D5857573-2C41-4D75-AB9F-5CA89102AE51}" dt="2026-10-07T05:39:11.442" v="362" actId="1076"/>
          <ac:spMkLst>
            <pc:docMk/>
            <pc:sldMk cId="1052657188" sldId="280"/>
            <ac:spMk id="48" creationId="{14A25E24-1930-4643-998D-EC398FF2BF9F}"/>
          </ac:spMkLst>
        </pc:spChg>
        <pc:spChg chg="add mod">
          <ac:chgData name="kousuke yamamoto" userId="516c4d66ab16f868" providerId="LiveId" clId="{D5857573-2C41-4D75-AB9F-5CA89102AE51}" dt="2026-10-07T05:39:09.522" v="361" actId="1076"/>
          <ac:spMkLst>
            <pc:docMk/>
            <pc:sldMk cId="1052657188" sldId="280"/>
            <ac:spMk id="49" creationId="{571FC337-D6B5-4668-80BA-0C254717675A}"/>
          </ac:spMkLst>
        </pc:spChg>
        <pc:spChg chg="add del mod">
          <ac:chgData name="kousuke yamamoto" userId="516c4d66ab16f868" providerId="LiveId" clId="{D5857573-2C41-4D75-AB9F-5CA89102AE51}" dt="2026-10-07T05:38:33.221" v="354" actId="478"/>
          <ac:spMkLst>
            <pc:docMk/>
            <pc:sldMk cId="1052657188" sldId="280"/>
            <ac:spMk id="50" creationId="{D23526A9-31B0-4C77-AFEC-169605C71A45}"/>
          </ac:spMkLst>
        </pc:spChg>
        <pc:spChg chg="add del mod">
          <ac:chgData name="kousuke yamamoto" userId="516c4d66ab16f868" providerId="LiveId" clId="{D5857573-2C41-4D75-AB9F-5CA89102AE51}" dt="2026-10-07T05:18:40.806" v="270" actId="478"/>
          <ac:spMkLst>
            <pc:docMk/>
            <pc:sldMk cId="1052657188" sldId="280"/>
            <ac:spMk id="51" creationId="{6689C2A4-7564-46C1-A20F-A1E3426796B0}"/>
          </ac:spMkLst>
        </pc:spChg>
        <pc:spChg chg="add del mod">
          <ac:chgData name="kousuke yamamoto" userId="516c4d66ab16f868" providerId="LiveId" clId="{D5857573-2C41-4D75-AB9F-5CA89102AE51}" dt="2026-10-07T05:32:51.570" v="320" actId="478"/>
          <ac:spMkLst>
            <pc:docMk/>
            <pc:sldMk cId="1052657188" sldId="280"/>
            <ac:spMk id="52" creationId="{4EE80FEF-471C-49E7-9978-DE57C8DD14FA}"/>
          </ac:spMkLst>
        </pc:spChg>
        <pc:spChg chg="add del mod">
          <ac:chgData name="kousuke yamamoto" userId="516c4d66ab16f868" providerId="LiveId" clId="{D5857573-2C41-4D75-AB9F-5CA89102AE51}" dt="2026-10-07T05:35:40.437" v="335" actId="478"/>
          <ac:spMkLst>
            <pc:docMk/>
            <pc:sldMk cId="1052657188" sldId="280"/>
            <ac:spMk id="53" creationId="{E512327E-50A0-41A1-ABD7-D15BDEE120AE}"/>
          </ac:spMkLst>
        </pc:spChg>
        <pc:spChg chg="add mod">
          <ac:chgData name="kousuke yamamoto" userId="516c4d66ab16f868" providerId="LiveId" clId="{D5857573-2C41-4D75-AB9F-5CA89102AE51}" dt="2026-10-07T05:40:40.898" v="397" actId="1076"/>
          <ac:spMkLst>
            <pc:docMk/>
            <pc:sldMk cId="1052657188" sldId="280"/>
            <ac:spMk id="54" creationId="{0373755D-C5EA-46C1-8AD8-23528D92A54F}"/>
          </ac:spMkLst>
        </pc:spChg>
        <pc:spChg chg="add mod">
          <ac:chgData name="kousuke yamamoto" userId="516c4d66ab16f868" providerId="LiveId" clId="{D5857573-2C41-4D75-AB9F-5CA89102AE51}" dt="2026-10-07T05:46:08.347" v="404" actId="14100"/>
          <ac:spMkLst>
            <pc:docMk/>
            <pc:sldMk cId="1052657188" sldId="280"/>
            <ac:spMk id="55" creationId="{1BDAB244-1DE6-4A30-B51C-22BF57ECF632}"/>
          </ac:spMkLst>
        </pc:spChg>
        <pc:spChg chg="add del mod">
          <ac:chgData name="kousuke yamamoto" userId="516c4d66ab16f868" providerId="LiveId" clId="{D5857573-2C41-4D75-AB9F-5CA89102AE51}" dt="2026-10-07T05:51:27.478" v="439" actId="478"/>
          <ac:spMkLst>
            <pc:docMk/>
            <pc:sldMk cId="1052657188" sldId="280"/>
            <ac:spMk id="56" creationId="{08754C1F-62E1-4AF4-871E-5CCF3E34FEE1}"/>
          </ac:spMkLst>
        </pc:spChg>
        <pc:cxnChg chg="add mod">
          <ac:chgData name="kousuke yamamoto" userId="516c4d66ab16f868" providerId="LiveId" clId="{D5857573-2C41-4D75-AB9F-5CA89102AE51}" dt="2026-10-07T05:06:14.354" v="77" actId="1076"/>
          <ac:cxnSpMkLst>
            <pc:docMk/>
            <pc:sldMk cId="1052657188" sldId="280"/>
            <ac:cxnSpMk id="19" creationId="{AC89E924-9F7E-41B9-BA10-D864E0FC8D88}"/>
          </ac:cxnSpMkLst>
        </pc:cxnChg>
        <pc:cxnChg chg="add mod">
          <ac:chgData name="kousuke yamamoto" userId="516c4d66ab16f868" providerId="LiveId" clId="{D5857573-2C41-4D75-AB9F-5CA89102AE51}" dt="2026-10-07T05:06:07.195" v="76" actId="1076"/>
          <ac:cxnSpMkLst>
            <pc:docMk/>
            <pc:sldMk cId="1052657188" sldId="280"/>
            <ac:cxnSpMk id="23" creationId="{9166B45F-7E97-400A-970F-69A1CEE729AE}"/>
          </ac:cxnSpMkLst>
        </pc:cxnChg>
        <pc:cxnChg chg="add mod">
          <ac:chgData name="kousuke yamamoto" userId="516c4d66ab16f868" providerId="LiveId" clId="{D5857573-2C41-4D75-AB9F-5CA89102AE51}" dt="2026-10-07T05:06:34.675" v="84" actId="14100"/>
          <ac:cxnSpMkLst>
            <pc:docMk/>
            <pc:sldMk cId="1052657188" sldId="280"/>
            <ac:cxnSpMk id="24" creationId="{A1312EE3-B9EB-45B8-9B57-AC2192580636}"/>
          </ac:cxnSpMkLst>
        </pc:cxnChg>
        <pc:cxnChg chg="add mod">
          <ac:chgData name="kousuke yamamoto" userId="516c4d66ab16f868" providerId="LiveId" clId="{D5857573-2C41-4D75-AB9F-5CA89102AE51}" dt="2026-10-07T05:06:45.451" v="86" actId="1076"/>
          <ac:cxnSpMkLst>
            <pc:docMk/>
            <pc:sldMk cId="1052657188" sldId="280"/>
            <ac:cxnSpMk id="28" creationId="{E2414651-7F75-4D84-B1E4-E27682E58B7C}"/>
          </ac:cxnSpMkLst>
        </pc:cxnChg>
      </pc:sldChg>
      <pc:sldChg chg="addSp delSp modSp new mod">
        <pc:chgData name="kousuke yamamoto" userId="516c4d66ab16f868" providerId="LiveId" clId="{D5857573-2C41-4D75-AB9F-5CA89102AE51}" dt="2026-10-07T06:11:25.329" v="579" actId="1076"/>
        <pc:sldMkLst>
          <pc:docMk/>
          <pc:sldMk cId="332326839" sldId="281"/>
        </pc:sldMkLst>
        <pc:spChg chg="add mod">
          <ac:chgData name="kousuke yamamoto" userId="516c4d66ab16f868" providerId="LiveId" clId="{D5857573-2C41-4D75-AB9F-5CA89102AE51}" dt="2026-10-07T06:06:56.466" v="547" actId="14100"/>
          <ac:spMkLst>
            <pc:docMk/>
            <pc:sldMk cId="332326839" sldId="281"/>
            <ac:spMk id="2" creationId="{D6B1115E-D305-4D46-AB9A-8F11C8AEC40F}"/>
          </ac:spMkLst>
        </pc:spChg>
        <pc:spChg chg="add del mod">
          <ac:chgData name="kousuke yamamoto" userId="516c4d66ab16f868" providerId="LiveId" clId="{D5857573-2C41-4D75-AB9F-5CA89102AE51}" dt="2026-10-07T06:07:04.551" v="563" actId="478"/>
          <ac:spMkLst>
            <pc:docMk/>
            <pc:sldMk cId="332326839" sldId="281"/>
            <ac:spMk id="3" creationId="{282DD71E-1765-4184-A68C-EEAB0AA7D6CB}"/>
          </ac:spMkLst>
        </pc:spChg>
        <pc:spChg chg="add del mod">
          <ac:chgData name="kousuke yamamoto" userId="516c4d66ab16f868" providerId="LiveId" clId="{D5857573-2C41-4D75-AB9F-5CA89102AE51}" dt="2026-10-07T06:07:05.259" v="564" actId="478"/>
          <ac:spMkLst>
            <pc:docMk/>
            <pc:sldMk cId="332326839" sldId="281"/>
            <ac:spMk id="4" creationId="{E6E79D95-A308-4045-9D19-1293A208A749}"/>
          </ac:spMkLst>
        </pc:spChg>
        <pc:spChg chg="add del mod">
          <ac:chgData name="kousuke yamamoto" userId="516c4d66ab16f868" providerId="LiveId" clId="{D5857573-2C41-4D75-AB9F-5CA89102AE51}" dt="2026-10-07T06:07:03.256" v="562" actId="478"/>
          <ac:spMkLst>
            <pc:docMk/>
            <pc:sldMk cId="332326839" sldId="281"/>
            <ac:spMk id="5" creationId="{A567B1BD-CB0F-40D1-B984-FBCFE10D84C4}"/>
          </ac:spMkLst>
        </pc:spChg>
        <pc:spChg chg="add del mod">
          <ac:chgData name="kousuke yamamoto" userId="516c4d66ab16f868" providerId="LiveId" clId="{D5857573-2C41-4D75-AB9F-5CA89102AE51}" dt="2026-10-07T06:07:07.139" v="566" actId="478"/>
          <ac:spMkLst>
            <pc:docMk/>
            <pc:sldMk cId="332326839" sldId="281"/>
            <ac:spMk id="6" creationId="{90D1EAF5-6519-45F2-89F5-9716C0FA1D34}"/>
          </ac:spMkLst>
        </pc:spChg>
        <pc:spChg chg="add del mod">
          <ac:chgData name="kousuke yamamoto" userId="516c4d66ab16f868" providerId="LiveId" clId="{D5857573-2C41-4D75-AB9F-5CA89102AE51}" dt="2026-10-07T06:07:06.419" v="565" actId="478"/>
          <ac:spMkLst>
            <pc:docMk/>
            <pc:sldMk cId="332326839" sldId="281"/>
            <ac:spMk id="7" creationId="{96EE1366-B0B4-4860-BCC7-B8CACCC6204C}"/>
          </ac:spMkLst>
        </pc:spChg>
        <pc:spChg chg="add mod">
          <ac:chgData name="kousuke yamamoto" userId="516c4d66ab16f868" providerId="LiveId" clId="{D5857573-2C41-4D75-AB9F-5CA89102AE51}" dt="2026-10-07T06:06:59.077" v="548"/>
          <ac:spMkLst>
            <pc:docMk/>
            <pc:sldMk cId="332326839" sldId="281"/>
            <ac:spMk id="8" creationId="{F176A1D4-4FDF-4A47-ACF2-1ED266931630}"/>
          </ac:spMkLst>
        </pc:spChg>
        <pc:spChg chg="add mod">
          <ac:chgData name="kousuke yamamoto" userId="516c4d66ab16f868" providerId="LiveId" clId="{D5857573-2C41-4D75-AB9F-5CA89102AE51}" dt="2026-10-07T06:06:59.309" v="549"/>
          <ac:spMkLst>
            <pc:docMk/>
            <pc:sldMk cId="332326839" sldId="281"/>
            <ac:spMk id="9" creationId="{66123DBD-858F-42CD-BA18-EA03A6265CF3}"/>
          </ac:spMkLst>
        </pc:spChg>
        <pc:spChg chg="add mod">
          <ac:chgData name="kousuke yamamoto" userId="516c4d66ab16f868" providerId="LiveId" clId="{D5857573-2C41-4D75-AB9F-5CA89102AE51}" dt="2026-10-07T06:11:25.329" v="579" actId="1076"/>
          <ac:spMkLst>
            <pc:docMk/>
            <pc:sldMk cId="332326839" sldId="281"/>
            <ac:spMk id="10" creationId="{E88FE659-FD37-45BB-A382-3E92E9355853}"/>
          </ac:spMkLst>
        </pc:spChg>
        <pc:spChg chg="add mod">
          <ac:chgData name="kousuke yamamoto" userId="516c4d66ab16f868" providerId="LiveId" clId="{D5857573-2C41-4D75-AB9F-5CA89102AE51}" dt="2026-10-07T06:11:24.043" v="578" actId="1076"/>
          <ac:spMkLst>
            <pc:docMk/>
            <pc:sldMk cId="332326839" sldId="281"/>
            <ac:spMk id="11" creationId="{7DF02EA0-B6F8-4A6C-9957-A00D864F36A8}"/>
          </ac:spMkLst>
        </pc:spChg>
        <pc:spChg chg="add mod">
          <ac:chgData name="kousuke yamamoto" userId="516c4d66ab16f868" providerId="LiveId" clId="{D5857573-2C41-4D75-AB9F-5CA89102AE51}" dt="2026-10-07T06:11:23.154" v="577" actId="1076"/>
          <ac:spMkLst>
            <pc:docMk/>
            <pc:sldMk cId="332326839" sldId="281"/>
            <ac:spMk id="12" creationId="{324B2212-6109-48C6-B020-6F52BF8E4677}"/>
          </ac:spMkLst>
        </pc:spChg>
        <pc:spChg chg="add mod">
          <ac:chgData name="kousuke yamamoto" userId="516c4d66ab16f868" providerId="LiveId" clId="{D5857573-2C41-4D75-AB9F-5CA89102AE51}" dt="2026-10-07T06:11:21.602" v="576" actId="1076"/>
          <ac:spMkLst>
            <pc:docMk/>
            <pc:sldMk cId="332326839" sldId="281"/>
            <ac:spMk id="13" creationId="{673C9526-63F9-4F46-B507-6AB8933F0C8B}"/>
          </ac:spMkLst>
        </pc:spChg>
        <pc:spChg chg="add mod">
          <ac:chgData name="kousuke yamamoto" userId="516c4d66ab16f868" providerId="LiveId" clId="{D5857573-2C41-4D75-AB9F-5CA89102AE51}" dt="2026-10-07T06:11:20.410" v="575" actId="1076"/>
          <ac:spMkLst>
            <pc:docMk/>
            <pc:sldMk cId="332326839" sldId="281"/>
            <ac:spMk id="14" creationId="{AAA8DC7F-6EA4-4A4C-BEF5-93339F2C7F43}"/>
          </ac:spMkLst>
        </pc:spChg>
        <pc:spChg chg="add mod">
          <ac:chgData name="kousuke yamamoto" userId="516c4d66ab16f868" providerId="LiveId" clId="{D5857573-2C41-4D75-AB9F-5CA89102AE51}" dt="2026-10-07T06:11:19.155" v="574" actId="1076"/>
          <ac:spMkLst>
            <pc:docMk/>
            <pc:sldMk cId="332326839" sldId="281"/>
            <ac:spMk id="15" creationId="{790E5A46-6D4F-4785-9BD2-C3710EF2D01C}"/>
          </ac:spMkLst>
        </pc:spChg>
        <pc:spChg chg="add mod">
          <ac:chgData name="kousuke yamamoto" userId="516c4d66ab16f868" providerId="LiveId" clId="{D5857573-2C41-4D75-AB9F-5CA89102AE51}" dt="2026-10-07T06:11:16.730" v="573" actId="1076"/>
          <ac:spMkLst>
            <pc:docMk/>
            <pc:sldMk cId="332326839" sldId="281"/>
            <ac:spMk id="16" creationId="{54E718A8-C194-4C20-BB55-1FDE59670CB8}"/>
          </ac:spMkLst>
        </pc:spChg>
        <pc:spChg chg="add mod">
          <ac:chgData name="kousuke yamamoto" userId="516c4d66ab16f868" providerId="LiveId" clId="{D5857573-2C41-4D75-AB9F-5CA89102AE51}" dt="2026-10-07T06:11:11.812" v="572" actId="1076"/>
          <ac:spMkLst>
            <pc:docMk/>
            <pc:sldMk cId="332326839" sldId="281"/>
            <ac:spMk id="17" creationId="{90FF442E-8CD0-4054-AA21-54424510B52E}"/>
          </ac:spMkLst>
        </pc:spChg>
        <pc:spChg chg="add mod">
          <ac:chgData name="kousuke yamamoto" userId="516c4d66ab16f868" providerId="LiveId" clId="{D5857573-2C41-4D75-AB9F-5CA89102AE51}" dt="2026-10-07T06:11:03.050" v="569" actId="1076"/>
          <ac:spMkLst>
            <pc:docMk/>
            <pc:sldMk cId="332326839" sldId="281"/>
            <ac:spMk id="18" creationId="{845A5E4D-DE58-4E0C-A3D0-E279F0219CB5}"/>
          </ac:spMkLst>
        </pc:spChg>
        <pc:spChg chg="add mod">
          <ac:chgData name="kousuke yamamoto" userId="516c4d66ab16f868" providerId="LiveId" clId="{D5857573-2C41-4D75-AB9F-5CA89102AE51}" dt="2026-10-07T06:10:57.387" v="568" actId="1076"/>
          <ac:spMkLst>
            <pc:docMk/>
            <pc:sldMk cId="332326839" sldId="281"/>
            <ac:spMk id="19" creationId="{81933CC8-99D5-4AE5-9B81-4F5565E33C58}"/>
          </ac:spMkLst>
        </pc:spChg>
        <pc:spChg chg="add mod">
          <ac:chgData name="kousuke yamamoto" userId="516c4d66ab16f868" providerId="LiveId" clId="{D5857573-2C41-4D75-AB9F-5CA89102AE51}" dt="2026-10-07T06:10:52.866" v="567" actId="1076"/>
          <ac:spMkLst>
            <pc:docMk/>
            <pc:sldMk cId="332326839" sldId="281"/>
            <ac:spMk id="20" creationId="{E3C0F741-AB12-441B-BE49-6E3573FA3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3BABC-04D1-40FF-A826-E108E600BEAD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18AC2-2250-4479-91AF-2B392C52A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67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18AC2-2250-4479-91AF-2B392C52A59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925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4AA89A-4FD6-410D-98A4-CDDDACB4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3B7692-8F70-4319-8B2E-6119C3CA8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FB948F-A1AE-49BA-9D0F-FF09A8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08FA4-C126-4017-B117-E1068C90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8AAC90-7ECB-4985-9001-2A24AFB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1978C-C2EA-47ED-B3A6-C4685693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DA96DB-DD84-4A59-BA32-353FC569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5FC3-FA6C-4808-BD0B-6379E79E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D3FCD7-D70F-4A79-8B61-066F1184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840BE6-FD58-4408-87A6-EF8FBA0E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BFE32-1BB1-4B8F-BAFD-B05AF5D1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7917F7-841D-4C80-A9D9-77AC1DFC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7B159B-232F-48DE-805F-77F042B3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B963A-B036-4CEF-96F0-74D9FCA4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3822D8-6914-4AFC-A4FF-69FB2372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2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B3C6D-48CF-42EF-B5B4-7A969B15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4069B9-E893-403B-9279-364D8C666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1FEAB4-24BA-49EB-B90D-DA135D23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31607F-603A-41C6-9529-B4063FDB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7781A-F984-45E7-A0F5-0E08A72C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A325EF-779C-4205-A351-2096609A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330BA-C62C-47E8-82A7-E6703338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00F23-CE37-443E-AA3A-D7E24D2F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D35A09-324D-45D0-90EA-F86A693F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2DA707-1C25-4C43-841E-BFE644C8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327190-65AC-44BA-ACE1-497CF46E2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94C7B01-EDF8-4B3F-BAF3-F8EE338A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4D3EC0-7B88-4803-9501-329AAC79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CB42BF-BBA7-49DE-ADE4-C67E52FA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54E6B-30D6-4007-A3B5-A86D131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7C5C9B-5101-4F67-BD20-588558B3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FD2F83-F5B8-4A27-84F2-D99A43EE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03727D-189F-475D-B02D-520EE9D7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8C4C61-7344-4435-9376-04565DB7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3EFB45-94E9-4071-A44E-ADAE80FE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F63773-7012-4D90-B18D-497DDF3F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5B740-B65A-4E7E-8297-15C5CC2F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D5B80-699A-4C50-A108-073865E5A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60166-67BD-4651-AB11-E8C51C0E4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B8886-FB6C-45AA-9AE6-21B2EE97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6AB80F-2F20-4440-82E0-C3A1FC2E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579024-AB5F-4D27-A41C-F1C4CCDF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6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84458-5E97-4E29-AA43-9949E0B8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69EC36-E65D-4B71-9336-BFC6394C5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6C547-2F68-47E4-B42C-B3B804571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1E8956-A15C-4E87-9E8E-39BCB6F0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8BD40F-24F1-4D50-9EE1-CD7F912D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8571B2-3159-4D42-A344-0E42097C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3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BA728-C0DE-4485-98CA-CBC99DB8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9F6F21-022A-40FE-AF1D-3FCED064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642CBA-2A36-4961-919D-2136F672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CB4DE-64F5-4228-90B2-6B537250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392EC-854D-485C-9A2B-4BD899B3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B091DA-4C4D-454A-95C4-CAEF2CEA1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77D5C9-6A9A-42EE-8F67-6AECA873D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0B2D21-F05C-4D5C-8221-5E5800FC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4B0A77-887A-42B7-9237-16744A00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D86AF-B1FB-489C-9672-A8BDE71A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1F015-F5EC-4FB5-A547-FCE7F090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DA307-7903-4BEA-8989-D1385881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9C99A8-F8C5-43B9-8CE6-A7F0F7BD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9AE351-CB76-4220-8F44-E1FB0BD60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84726-8B01-485A-96BD-D8955A14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4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9E4263-8370-4EC0-B987-B59700E54FA7}"/>
              </a:ext>
            </a:extLst>
          </p:cNvPr>
          <p:cNvSpPr/>
          <p:nvPr/>
        </p:nvSpPr>
        <p:spPr>
          <a:xfrm>
            <a:off x="1124354" y="2514599"/>
            <a:ext cx="10077045" cy="2238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難易度設計</a:t>
            </a:r>
          </a:p>
        </p:txBody>
      </p:sp>
    </p:spTree>
    <p:extLst>
      <p:ext uri="{BB962C8B-B14F-4D97-AF65-F5344CB8AC3E}">
        <p14:creationId xmlns:p14="http://schemas.microsoft.com/office/powerpoint/2010/main" val="362260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E8F76E-6904-409A-AC76-C9CCF9F1E885}"/>
              </a:ext>
            </a:extLst>
          </p:cNvPr>
          <p:cNvSpPr/>
          <p:nvPr/>
        </p:nvSpPr>
        <p:spPr>
          <a:xfrm>
            <a:off x="184014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操作方法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8E3EEC-ED19-44E5-A90C-4BE60A2D4ABD}"/>
              </a:ext>
            </a:extLst>
          </p:cNvPr>
          <p:cNvSpPr/>
          <p:nvPr/>
        </p:nvSpPr>
        <p:spPr>
          <a:xfrm>
            <a:off x="9926132" y="1340318"/>
            <a:ext cx="1333499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マウス操作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で指（筆）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60C3470-23D4-43F0-BC82-8A64EEC9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110" y="1891007"/>
            <a:ext cx="4462403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9C8E7E2-CABB-411F-8549-701A17FEE2C5}"/>
              </a:ext>
            </a:extLst>
          </p:cNvPr>
          <p:cNvSpPr/>
          <p:nvPr/>
        </p:nvSpPr>
        <p:spPr>
          <a:xfrm>
            <a:off x="2238241" y="1340318"/>
            <a:ext cx="1333499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キーボード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雨粒を操作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F738E8E-6FD1-4FFF-9E24-5B37EDA81C3D}"/>
              </a:ext>
            </a:extLst>
          </p:cNvPr>
          <p:cNvSpPr/>
          <p:nvPr/>
        </p:nvSpPr>
        <p:spPr>
          <a:xfrm>
            <a:off x="586986" y="2615184"/>
            <a:ext cx="4636008" cy="2084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</a:t>
            </a:r>
            <a:r>
              <a:rPr lang="ja-JP" altLang="en-US" dirty="0"/>
              <a:t>　</a:t>
            </a:r>
            <a:r>
              <a:rPr lang="en-US" altLang="ja-JP" dirty="0"/>
              <a:t>A</a:t>
            </a:r>
            <a:r>
              <a:rPr lang="ja-JP" altLang="en-US" dirty="0"/>
              <a:t>　</a:t>
            </a:r>
            <a:r>
              <a:rPr lang="en-US" altLang="ja-JP" dirty="0"/>
              <a:t>S</a:t>
            </a:r>
            <a:r>
              <a:rPr lang="ja-JP" altLang="en-US" dirty="0"/>
              <a:t>　</a:t>
            </a:r>
            <a:r>
              <a:rPr lang="en-US" altLang="ja-JP" dirty="0"/>
              <a:t>D</a:t>
            </a:r>
            <a:r>
              <a:rPr lang="ja-JP" altLang="en-US" dirty="0"/>
              <a:t>か</a:t>
            </a:r>
            <a:endParaRPr lang="en-US" altLang="ja-JP" dirty="0"/>
          </a:p>
          <a:p>
            <a:pPr algn="ctr"/>
            <a:r>
              <a:rPr lang="ja-JP" altLang="en-US" dirty="0"/>
              <a:t>↑　↓　←　→</a:t>
            </a:r>
            <a:endParaRPr lang="en-US" altLang="ja-JP" dirty="0"/>
          </a:p>
          <a:p>
            <a:pPr algn="ctr"/>
            <a:r>
              <a:rPr kumimoji="1" lang="en-US" altLang="ja-JP" dirty="0"/>
              <a:t>Space</a:t>
            </a:r>
            <a:r>
              <a:rPr kumimoji="1" lang="ja-JP" altLang="en-US" dirty="0"/>
              <a:t>で止める</a:t>
            </a:r>
            <a:endParaRPr kumimoji="1" lang="en-US" altLang="ja-JP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5B52EF4-83E1-45B0-AA9E-EBBCD65FB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990" y="4958679"/>
            <a:ext cx="1102568" cy="164835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A588C8-9C41-42FC-AC42-0CA488F60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775" y="213083"/>
            <a:ext cx="4460481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ED09CAE-1C4B-43BB-9B32-E9317E478F10}"/>
              </a:ext>
            </a:extLst>
          </p:cNvPr>
          <p:cNvSpPr/>
          <p:nvPr/>
        </p:nvSpPr>
        <p:spPr>
          <a:xfrm>
            <a:off x="184014" y="453350"/>
            <a:ext cx="2860743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033127-4D4D-4EC3-A27C-804E62C27528}"/>
              </a:ext>
            </a:extLst>
          </p:cNvPr>
          <p:cNvSpPr/>
          <p:nvPr/>
        </p:nvSpPr>
        <p:spPr>
          <a:xfrm>
            <a:off x="4133851" y="996283"/>
            <a:ext cx="7096125" cy="1215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　雨粒と指（筆）を操作し、雨粒を指で繋ぎお手本を描く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２　制限時間以内にスコアを稼ぐ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　スコアが基準に満たない場合　ゲームオーバー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0C44BD-C3CF-4D21-8AC1-84E72A8C316D}"/>
              </a:ext>
            </a:extLst>
          </p:cNvPr>
          <p:cNvSpPr/>
          <p:nvPr/>
        </p:nvSpPr>
        <p:spPr>
          <a:xfrm>
            <a:off x="4133845" y="453350"/>
            <a:ext cx="7096126" cy="5429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チャレンジモード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95D87C-FEF3-467E-B1FF-6608DFB43B23}"/>
              </a:ext>
            </a:extLst>
          </p:cNvPr>
          <p:cNvSpPr/>
          <p:nvPr/>
        </p:nvSpPr>
        <p:spPr>
          <a:xfrm>
            <a:off x="4133850" y="2755553"/>
            <a:ext cx="7096126" cy="5429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自由</a:t>
            </a:r>
            <a:r>
              <a:rPr kumimoji="1"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0039B03-7452-4948-AB40-CEC2825954EC}"/>
              </a:ext>
            </a:extLst>
          </p:cNvPr>
          <p:cNvSpPr/>
          <p:nvPr/>
        </p:nvSpPr>
        <p:spPr>
          <a:xfrm>
            <a:off x="4133850" y="4699570"/>
            <a:ext cx="7096126" cy="5429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お題</a:t>
            </a:r>
            <a:r>
              <a:rPr kumimoji="1" lang="ja-JP" altLang="en-US" sz="3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3BABEA7-2FB4-4D0E-9CE5-C9EE47AFD26F}"/>
              </a:ext>
            </a:extLst>
          </p:cNvPr>
          <p:cNvSpPr/>
          <p:nvPr/>
        </p:nvSpPr>
        <p:spPr>
          <a:xfrm>
            <a:off x="4133851" y="5242503"/>
            <a:ext cx="709612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　出されたお題に沿った絵を、自由な描き方で完成させる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0E15D93-A5A7-4816-B984-006258B007B4}"/>
              </a:ext>
            </a:extLst>
          </p:cNvPr>
          <p:cNvSpPr/>
          <p:nvPr/>
        </p:nvSpPr>
        <p:spPr>
          <a:xfrm>
            <a:off x="4133844" y="3241337"/>
            <a:ext cx="709612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　自由に時間を気にせずに描ける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0EAE7B8-2E7A-4AF5-9F80-324BE3D322C8}"/>
              </a:ext>
            </a:extLst>
          </p:cNvPr>
          <p:cNvSpPr/>
          <p:nvPr/>
        </p:nvSpPr>
        <p:spPr>
          <a:xfrm>
            <a:off x="184014" y="453350"/>
            <a:ext cx="9060570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ゲームの流れ）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A6CE379-9DB5-4E43-AE4A-565D343B3DEF}"/>
              </a:ext>
            </a:extLst>
          </p:cNvPr>
          <p:cNvSpPr/>
          <p:nvPr/>
        </p:nvSpPr>
        <p:spPr>
          <a:xfrm>
            <a:off x="363240" y="3429000"/>
            <a:ext cx="1461985" cy="142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お題を確認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1870252-9069-4CF2-BDB1-5539DA6535CC}"/>
              </a:ext>
            </a:extLst>
          </p:cNvPr>
          <p:cNvSpPr/>
          <p:nvPr/>
        </p:nvSpPr>
        <p:spPr>
          <a:xfrm>
            <a:off x="2857626" y="3541390"/>
            <a:ext cx="1707937" cy="142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雨粒が降って来る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5A4AA4-1310-49B0-B0FA-38D93BAA4E46}"/>
              </a:ext>
            </a:extLst>
          </p:cNvPr>
          <p:cNvSpPr/>
          <p:nvPr/>
        </p:nvSpPr>
        <p:spPr>
          <a:xfrm>
            <a:off x="5597964" y="3541390"/>
            <a:ext cx="2115935" cy="142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マウスとキーボドの同時操作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B583C0F8-8C54-4417-9EE0-84A0AF84E0DF}"/>
              </a:ext>
            </a:extLst>
          </p:cNvPr>
          <p:cNvSpPr/>
          <p:nvPr/>
        </p:nvSpPr>
        <p:spPr>
          <a:xfrm>
            <a:off x="1982758" y="3906774"/>
            <a:ext cx="717335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D6B0945-959E-46D4-9780-A6377E1640D8}"/>
              </a:ext>
            </a:extLst>
          </p:cNvPr>
          <p:cNvSpPr/>
          <p:nvPr/>
        </p:nvSpPr>
        <p:spPr>
          <a:xfrm>
            <a:off x="7946365" y="4059174"/>
            <a:ext cx="717335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078506-7E4C-4F5D-B9A4-35A7E62517A2}"/>
              </a:ext>
            </a:extLst>
          </p:cNvPr>
          <p:cNvSpPr/>
          <p:nvPr/>
        </p:nvSpPr>
        <p:spPr>
          <a:xfrm>
            <a:off x="8818377" y="3517869"/>
            <a:ext cx="2731425" cy="15672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お題を何回かけるかでスコアを出す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FB47AD2-AE9E-45A7-968A-6F4AF3BE494A}"/>
              </a:ext>
            </a:extLst>
          </p:cNvPr>
          <p:cNvSpPr/>
          <p:nvPr/>
        </p:nvSpPr>
        <p:spPr>
          <a:xfrm>
            <a:off x="9097334" y="1070020"/>
            <a:ext cx="2173513" cy="15672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合格点の場合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次のステージ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25A60F97-B616-4CEB-A0D8-7362FB3B7E19}"/>
              </a:ext>
            </a:extLst>
          </p:cNvPr>
          <p:cNvSpPr/>
          <p:nvPr/>
        </p:nvSpPr>
        <p:spPr>
          <a:xfrm>
            <a:off x="4875496" y="4059174"/>
            <a:ext cx="717335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7BA5D4A2-CECA-4F42-AD75-907BD8F905BA}"/>
              </a:ext>
            </a:extLst>
          </p:cNvPr>
          <p:cNvSpPr/>
          <p:nvPr/>
        </p:nvSpPr>
        <p:spPr>
          <a:xfrm rot="16200000">
            <a:off x="9973513" y="2868189"/>
            <a:ext cx="421152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ADD38AD8-08A4-4D68-ACDC-7161086FCB9D}"/>
              </a:ext>
            </a:extLst>
          </p:cNvPr>
          <p:cNvSpPr/>
          <p:nvPr/>
        </p:nvSpPr>
        <p:spPr>
          <a:xfrm rot="5400000">
            <a:off x="9966614" y="5250158"/>
            <a:ext cx="421152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7806784A-4868-4A8F-BB54-800602572138}"/>
              </a:ext>
            </a:extLst>
          </p:cNvPr>
          <p:cNvSpPr/>
          <p:nvPr/>
        </p:nvSpPr>
        <p:spPr>
          <a:xfrm rot="10800000">
            <a:off x="1152143" y="5770189"/>
            <a:ext cx="9230931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E2D9D0D3-D19E-47EF-9969-C3597AD4EDB4}"/>
              </a:ext>
            </a:extLst>
          </p:cNvPr>
          <p:cNvSpPr/>
          <p:nvPr/>
        </p:nvSpPr>
        <p:spPr>
          <a:xfrm rot="16200000">
            <a:off x="714259" y="5310275"/>
            <a:ext cx="898959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92945C9-D043-4A1F-BC8A-7A0428356C38}"/>
              </a:ext>
            </a:extLst>
          </p:cNvPr>
          <p:cNvSpPr/>
          <p:nvPr/>
        </p:nvSpPr>
        <p:spPr>
          <a:xfrm>
            <a:off x="2857627" y="5392085"/>
            <a:ext cx="6239708" cy="123731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スコアが足りない場合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最初から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16D3496-DFED-417A-A61E-05C4AC640FD4}"/>
              </a:ext>
            </a:extLst>
          </p:cNvPr>
          <p:cNvSpPr/>
          <p:nvPr/>
        </p:nvSpPr>
        <p:spPr>
          <a:xfrm>
            <a:off x="2209800" y="1447800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採点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4DD7AB-D82C-4178-9B63-891A210F7A88}"/>
              </a:ext>
            </a:extLst>
          </p:cNvPr>
          <p:cNvSpPr/>
          <p:nvPr/>
        </p:nvSpPr>
        <p:spPr>
          <a:xfrm>
            <a:off x="3988308" y="283464"/>
            <a:ext cx="4215384" cy="9144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29C2B17-12B6-4633-90BD-4B4EC6CD5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4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2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B2FC1149-7A59-4FE9-B11D-F12ABE9B4EFE}"/>
              </a:ext>
            </a:extLst>
          </p:cNvPr>
          <p:cNvSpPr/>
          <p:nvPr/>
        </p:nvSpPr>
        <p:spPr>
          <a:xfrm>
            <a:off x="3613406" y="2512699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2373505A-EE41-4321-9F69-FB30EFB7A053}"/>
              </a:ext>
            </a:extLst>
          </p:cNvPr>
          <p:cNvSpPr/>
          <p:nvPr/>
        </p:nvSpPr>
        <p:spPr>
          <a:xfrm>
            <a:off x="3467103" y="3835899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CFB89082-A4EA-45D2-A362-769DB0B5B6BB}"/>
              </a:ext>
            </a:extLst>
          </p:cNvPr>
          <p:cNvSpPr/>
          <p:nvPr/>
        </p:nvSpPr>
        <p:spPr>
          <a:xfrm>
            <a:off x="2708915" y="4593333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65A4485-D696-4283-B903-32B04CC9C478}"/>
              </a:ext>
            </a:extLst>
          </p:cNvPr>
          <p:cNvSpPr/>
          <p:nvPr/>
        </p:nvSpPr>
        <p:spPr>
          <a:xfrm>
            <a:off x="4420360" y="5709287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6ECD351-79D8-477C-9911-D8A58679F708}"/>
              </a:ext>
            </a:extLst>
          </p:cNvPr>
          <p:cNvSpPr/>
          <p:nvPr/>
        </p:nvSpPr>
        <p:spPr>
          <a:xfrm>
            <a:off x="5916170" y="5303134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276B494-8EF1-4645-B573-0838DF034EAB}"/>
              </a:ext>
            </a:extLst>
          </p:cNvPr>
          <p:cNvSpPr/>
          <p:nvPr/>
        </p:nvSpPr>
        <p:spPr>
          <a:xfrm>
            <a:off x="2963426" y="5651372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887D46A-52F5-4D81-9995-C12C4DD18C36}"/>
              </a:ext>
            </a:extLst>
          </p:cNvPr>
          <p:cNvSpPr/>
          <p:nvPr/>
        </p:nvSpPr>
        <p:spPr>
          <a:xfrm>
            <a:off x="2705100" y="2265812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D8B256-FCA6-420F-A37A-CB93A18C686F}"/>
              </a:ext>
            </a:extLst>
          </p:cNvPr>
          <p:cNvSpPr/>
          <p:nvPr/>
        </p:nvSpPr>
        <p:spPr>
          <a:xfrm>
            <a:off x="4783077" y="2793505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D213F70-2F9D-4F46-B6EC-A37973F7CBD5}"/>
              </a:ext>
            </a:extLst>
          </p:cNvPr>
          <p:cNvSpPr/>
          <p:nvPr/>
        </p:nvSpPr>
        <p:spPr>
          <a:xfrm>
            <a:off x="4653537" y="4593333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C3BC033-7AD4-46D2-B96B-E5DB4A7F7329}"/>
              </a:ext>
            </a:extLst>
          </p:cNvPr>
          <p:cNvSpPr/>
          <p:nvPr/>
        </p:nvSpPr>
        <p:spPr>
          <a:xfrm>
            <a:off x="3019811" y="3127252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4EC8B18-7BD3-4FAF-AF4F-AC242269E04F}"/>
              </a:ext>
            </a:extLst>
          </p:cNvPr>
          <p:cNvSpPr/>
          <p:nvPr/>
        </p:nvSpPr>
        <p:spPr>
          <a:xfrm>
            <a:off x="3843529" y="5032249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B769432-1C2D-435D-8972-7A04AFB36472}"/>
              </a:ext>
            </a:extLst>
          </p:cNvPr>
          <p:cNvSpPr/>
          <p:nvPr/>
        </p:nvSpPr>
        <p:spPr>
          <a:xfrm>
            <a:off x="5465063" y="2107317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46E7785E-C40D-402E-A4E6-0A214E9E65C5}"/>
              </a:ext>
            </a:extLst>
          </p:cNvPr>
          <p:cNvSpPr/>
          <p:nvPr/>
        </p:nvSpPr>
        <p:spPr>
          <a:xfrm>
            <a:off x="5321808" y="3904478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EDC8A07-DC2F-49ED-8A3D-EB962195CA92}"/>
              </a:ext>
            </a:extLst>
          </p:cNvPr>
          <p:cNvSpPr/>
          <p:nvPr/>
        </p:nvSpPr>
        <p:spPr>
          <a:xfrm>
            <a:off x="4268728" y="3342518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32EBCC8-B63E-416F-9E3B-B23423C1E5B3}"/>
              </a:ext>
            </a:extLst>
          </p:cNvPr>
          <p:cNvSpPr/>
          <p:nvPr/>
        </p:nvSpPr>
        <p:spPr>
          <a:xfrm>
            <a:off x="4347210" y="2197232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C89E924-9F7E-41B9-BA10-D864E0FC8D88}"/>
              </a:ext>
            </a:extLst>
          </p:cNvPr>
          <p:cNvCxnSpPr>
            <a:cxnSpLocks/>
          </p:cNvCxnSpPr>
          <p:nvPr/>
        </p:nvCxnSpPr>
        <p:spPr>
          <a:xfrm>
            <a:off x="679705" y="765048"/>
            <a:ext cx="73152" cy="5760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166B45F-7E97-400A-970F-69A1CEE729AE}"/>
              </a:ext>
            </a:extLst>
          </p:cNvPr>
          <p:cNvCxnSpPr>
            <a:cxnSpLocks/>
          </p:cNvCxnSpPr>
          <p:nvPr/>
        </p:nvCxnSpPr>
        <p:spPr>
          <a:xfrm>
            <a:off x="11189208" y="765048"/>
            <a:ext cx="73152" cy="5760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1312EE3-B9EB-45B8-9B57-AC2192580636}"/>
              </a:ext>
            </a:extLst>
          </p:cNvPr>
          <p:cNvCxnSpPr>
            <a:cxnSpLocks/>
          </p:cNvCxnSpPr>
          <p:nvPr/>
        </p:nvCxnSpPr>
        <p:spPr>
          <a:xfrm>
            <a:off x="749809" y="6461760"/>
            <a:ext cx="105125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2414651-7F75-4D84-B1E4-E27682E58B7C}"/>
              </a:ext>
            </a:extLst>
          </p:cNvPr>
          <p:cNvCxnSpPr>
            <a:cxnSpLocks/>
          </p:cNvCxnSpPr>
          <p:nvPr/>
        </p:nvCxnSpPr>
        <p:spPr>
          <a:xfrm>
            <a:off x="716281" y="765048"/>
            <a:ext cx="105125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BA72A92-9735-4E30-A84C-A21F8EE0712B}"/>
              </a:ext>
            </a:extLst>
          </p:cNvPr>
          <p:cNvSpPr/>
          <p:nvPr/>
        </p:nvSpPr>
        <p:spPr>
          <a:xfrm>
            <a:off x="696088" y="765047"/>
            <a:ext cx="1505711" cy="1185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お題</a:t>
            </a:r>
            <a:endParaRPr kumimoji="1" lang="en-US" altLang="ja-JP" dirty="0"/>
          </a:p>
          <a:p>
            <a:pPr algn="ctr"/>
            <a:r>
              <a:rPr lang="ja-JP" altLang="en-US" dirty="0"/>
              <a:t>をここに</a:t>
            </a:r>
            <a:endParaRPr lang="en-US" altLang="ja-JP" dirty="0"/>
          </a:p>
          <a:p>
            <a:pPr algn="ctr"/>
            <a:r>
              <a:rPr lang="ja-JP" altLang="en-US" dirty="0"/>
              <a:t>表示</a:t>
            </a:r>
            <a:endParaRPr kumimoji="1"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B3F4799-2310-4452-96E6-CB79CCE99F18}"/>
              </a:ext>
            </a:extLst>
          </p:cNvPr>
          <p:cNvSpPr/>
          <p:nvPr/>
        </p:nvSpPr>
        <p:spPr>
          <a:xfrm>
            <a:off x="2225612" y="811855"/>
            <a:ext cx="7543039" cy="907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タイマー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4615237-2BC6-419A-A5F1-BE6B0F05DD15}"/>
              </a:ext>
            </a:extLst>
          </p:cNvPr>
          <p:cNvSpPr/>
          <p:nvPr/>
        </p:nvSpPr>
        <p:spPr>
          <a:xfrm>
            <a:off x="2191894" y="1407523"/>
            <a:ext cx="490728" cy="50025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744D7B0-C499-4C30-B5E0-DBB63874843F}"/>
              </a:ext>
            </a:extLst>
          </p:cNvPr>
          <p:cNvSpPr/>
          <p:nvPr/>
        </p:nvSpPr>
        <p:spPr>
          <a:xfrm>
            <a:off x="9270875" y="1510276"/>
            <a:ext cx="469391" cy="50154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3E9A9B1-9043-4A93-8094-6D23E06F18AA}"/>
              </a:ext>
            </a:extLst>
          </p:cNvPr>
          <p:cNvSpPr/>
          <p:nvPr/>
        </p:nvSpPr>
        <p:spPr>
          <a:xfrm rot="5400000">
            <a:off x="5660895" y="2544894"/>
            <a:ext cx="469391" cy="75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8894E93-F099-4FA9-B80C-C537672E01AF}"/>
              </a:ext>
            </a:extLst>
          </p:cNvPr>
          <p:cNvSpPr/>
          <p:nvPr/>
        </p:nvSpPr>
        <p:spPr>
          <a:xfrm rot="5400000">
            <a:off x="5740147" y="-2189269"/>
            <a:ext cx="469391" cy="75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8B149464-931B-474D-91C3-259DE66DE1CE}"/>
              </a:ext>
            </a:extLst>
          </p:cNvPr>
          <p:cNvSpPr/>
          <p:nvPr/>
        </p:nvSpPr>
        <p:spPr>
          <a:xfrm>
            <a:off x="716281" y="1919690"/>
            <a:ext cx="1505711" cy="151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アイテム</a:t>
            </a:r>
            <a:endParaRPr kumimoji="1" lang="en-US" altLang="ja-JP" dirty="0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09F9DEB2-FC63-48B0-81C3-D8F94E48120D}"/>
              </a:ext>
            </a:extLst>
          </p:cNvPr>
          <p:cNvSpPr/>
          <p:nvPr/>
        </p:nvSpPr>
        <p:spPr>
          <a:xfrm>
            <a:off x="8803381" y="4426446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D3D3B249-ADBE-422C-B027-68D10BBC6FCE}"/>
              </a:ext>
            </a:extLst>
          </p:cNvPr>
          <p:cNvSpPr/>
          <p:nvPr/>
        </p:nvSpPr>
        <p:spPr>
          <a:xfrm>
            <a:off x="8297420" y="3207832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EB032937-15FA-41CF-8750-D2D3A36655C7}"/>
              </a:ext>
            </a:extLst>
          </p:cNvPr>
          <p:cNvSpPr/>
          <p:nvPr/>
        </p:nvSpPr>
        <p:spPr>
          <a:xfrm>
            <a:off x="8763000" y="5655753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18EFA471-7F47-4712-B4E7-F9DCA0018244}"/>
              </a:ext>
            </a:extLst>
          </p:cNvPr>
          <p:cNvSpPr/>
          <p:nvPr/>
        </p:nvSpPr>
        <p:spPr>
          <a:xfrm>
            <a:off x="8730230" y="2393071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27B5AF6A-B720-4A15-BD96-3B2AB1BFA765}"/>
              </a:ext>
            </a:extLst>
          </p:cNvPr>
          <p:cNvSpPr/>
          <p:nvPr/>
        </p:nvSpPr>
        <p:spPr>
          <a:xfrm>
            <a:off x="6195058" y="3158473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28866596-4847-4AAB-A3D3-97168D8FBAAA}"/>
              </a:ext>
            </a:extLst>
          </p:cNvPr>
          <p:cNvSpPr/>
          <p:nvPr/>
        </p:nvSpPr>
        <p:spPr>
          <a:xfrm>
            <a:off x="7283190" y="3391849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DA648A99-006F-4AE3-826A-44E96410B1D6}"/>
              </a:ext>
            </a:extLst>
          </p:cNvPr>
          <p:cNvSpPr/>
          <p:nvPr/>
        </p:nvSpPr>
        <p:spPr>
          <a:xfrm>
            <a:off x="7433312" y="2347519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79338979-1CA2-428B-87CA-C244969483C4}"/>
              </a:ext>
            </a:extLst>
          </p:cNvPr>
          <p:cNvSpPr/>
          <p:nvPr/>
        </p:nvSpPr>
        <p:spPr>
          <a:xfrm>
            <a:off x="6254500" y="4370071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961FDBE3-C004-40EC-9C48-8FC3D133FB0D}"/>
              </a:ext>
            </a:extLst>
          </p:cNvPr>
          <p:cNvSpPr/>
          <p:nvPr/>
        </p:nvSpPr>
        <p:spPr>
          <a:xfrm>
            <a:off x="7043161" y="5792912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DE90BADF-4B06-44E9-BA54-FBC5F847C721}"/>
              </a:ext>
            </a:extLst>
          </p:cNvPr>
          <p:cNvSpPr/>
          <p:nvPr/>
        </p:nvSpPr>
        <p:spPr>
          <a:xfrm>
            <a:off x="8106540" y="5050900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81D19150-5041-4D06-9CEC-CE0960BB50E9}"/>
              </a:ext>
            </a:extLst>
          </p:cNvPr>
          <p:cNvSpPr/>
          <p:nvPr/>
        </p:nvSpPr>
        <p:spPr>
          <a:xfrm>
            <a:off x="7209282" y="4289287"/>
            <a:ext cx="146303" cy="137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4A25E24-1930-4643-998D-EC398FF2BF9F}"/>
              </a:ext>
            </a:extLst>
          </p:cNvPr>
          <p:cNvSpPr/>
          <p:nvPr/>
        </p:nvSpPr>
        <p:spPr>
          <a:xfrm>
            <a:off x="701807" y="3408166"/>
            <a:ext cx="1505711" cy="1521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アイテム</a:t>
            </a:r>
            <a:endParaRPr kumimoji="1" lang="en-US" altLang="ja-JP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71FC337-D6B5-4668-80BA-0C254717675A}"/>
              </a:ext>
            </a:extLst>
          </p:cNvPr>
          <p:cNvSpPr/>
          <p:nvPr/>
        </p:nvSpPr>
        <p:spPr>
          <a:xfrm>
            <a:off x="696088" y="4907341"/>
            <a:ext cx="1505711" cy="16695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アイテム</a:t>
            </a:r>
            <a:endParaRPr kumimoji="1" lang="en-US" altLang="ja-JP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0373755D-C5EA-46C1-8AD8-23528D92A54F}"/>
              </a:ext>
            </a:extLst>
          </p:cNvPr>
          <p:cNvSpPr/>
          <p:nvPr/>
        </p:nvSpPr>
        <p:spPr>
          <a:xfrm>
            <a:off x="2682622" y="94848"/>
            <a:ext cx="6571488" cy="6943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プレイ画面１イメージ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BDAB244-1DE6-4A30-B51C-22BF57ECF632}"/>
              </a:ext>
            </a:extLst>
          </p:cNvPr>
          <p:cNvSpPr/>
          <p:nvPr/>
        </p:nvSpPr>
        <p:spPr>
          <a:xfrm>
            <a:off x="9734932" y="757541"/>
            <a:ext cx="1471421" cy="5760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65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3D83FA-1539-4F05-B445-0C144A637B7C}"/>
              </a:ext>
            </a:extLst>
          </p:cNvPr>
          <p:cNvSpPr/>
          <p:nvPr/>
        </p:nvSpPr>
        <p:spPr>
          <a:xfrm>
            <a:off x="795528" y="777240"/>
            <a:ext cx="1396748" cy="93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お題</a:t>
            </a:r>
            <a:endParaRPr kumimoji="1" lang="en-US" altLang="ja-JP" dirty="0"/>
          </a:p>
          <a:p>
            <a:pPr algn="ctr"/>
            <a:r>
              <a:rPr lang="ja-JP" altLang="en-US" dirty="0"/>
              <a:t>表示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7421D0-B445-49D8-9C9B-18E696574949}"/>
              </a:ext>
            </a:extLst>
          </p:cNvPr>
          <p:cNvSpPr/>
          <p:nvPr/>
        </p:nvSpPr>
        <p:spPr>
          <a:xfrm>
            <a:off x="9735314" y="777240"/>
            <a:ext cx="1472181" cy="932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アイテム</a:t>
            </a:r>
            <a:endParaRPr kumimoji="1"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C85CDB3-11E3-4582-BCED-667AE07A3A0D}"/>
              </a:ext>
            </a:extLst>
          </p:cNvPr>
          <p:cNvSpPr/>
          <p:nvPr/>
        </p:nvSpPr>
        <p:spPr>
          <a:xfrm>
            <a:off x="2192274" y="777240"/>
            <a:ext cx="7543039" cy="932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タイマー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FF7FB84-B30C-43E4-B6AC-37C381E93622}"/>
              </a:ext>
            </a:extLst>
          </p:cNvPr>
          <p:cNvSpPr/>
          <p:nvPr/>
        </p:nvSpPr>
        <p:spPr>
          <a:xfrm>
            <a:off x="795528" y="1709928"/>
            <a:ext cx="10411968" cy="4818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EF9EED5-7E2D-44F9-A550-3AB338DE4D35}"/>
              </a:ext>
            </a:extLst>
          </p:cNvPr>
          <p:cNvSpPr/>
          <p:nvPr/>
        </p:nvSpPr>
        <p:spPr>
          <a:xfrm>
            <a:off x="2192276" y="2368297"/>
            <a:ext cx="7543038" cy="38953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5B084D-CC9F-4695-B978-D9337D736B34}"/>
              </a:ext>
            </a:extLst>
          </p:cNvPr>
          <p:cNvSpPr/>
          <p:nvPr/>
        </p:nvSpPr>
        <p:spPr>
          <a:xfrm>
            <a:off x="2682622" y="94848"/>
            <a:ext cx="6571488" cy="6943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プレイ画面２イメージ</a:t>
            </a:r>
          </a:p>
        </p:txBody>
      </p:sp>
    </p:spTree>
    <p:extLst>
      <p:ext uri="{BB962C8B-B14F-4D97-AF65-F5344CB8AC3E}">
        <p14:creationId xmlns:p14="http://schemas.microsoft.com/office/powerpoint/2010/main" val="91996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7CA3D4-E67C-4023-B580-346E725E68BF}"/>
              </a:ext>
            </a:extLst>
          </p:cNvPr>
          <p:cNvSpPr/>
          <p:nvPr/>
        </p:nvSpPr>
        <p:spPr>
          <a:xfrm>
            <a:off x="2569464" y="457201"/>
            <a:ext cx="7863840" cy="4325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雨粒をどうする　お題を簡単にするより</a:t>
            </a:r>
            <a:endParaRPr kumimoji="1" lang="en-US" altLang="ja-JP" dirty="0"/>
          </a:p>
          <a:p>
            <a:pPr algn="ctr"/>
            <a:r>
              <a:rPr lang="ja-JP" altLang="en-US" dirty="0"/>
              <a:t>もともとのシステムを見ろ</a:t>
            </a:r>
            <a:endParaRPr lang="en-US" altLang="ja-JP" dirty="0"/>
          </a:p>
          <a:p>
            <a:pPr algn="ctr"/>
            <a:r>
              <a:rPr kumimoji="1" lang="ja-JP" altLang="en-US" dirty="0"/>
              <a:t>　</a:t>
            </a:r>
            <a:endParaRPr kumimoji="1" lang="en-US" altLang="ja-JP" dirty="0"/>
          </a:p>
          <a:p>
            <a:pPr algn="ctr"/>
            <a:r>
              <a:rPr lang="ja-JP" altLang="en-US" dirty="0"/>
              <a:t>頭で自分のゲームをプレイしてみろ</a:t>
            </a:r>
            <a:endParaRPr lang="en-US" altLang="ja-JP" dirty="0"/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5298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D6B1115E-D305-4D46-AB9A-8F11C8AEC40F}"/>
              </a:ext>
            </a:extLst>
          </p:cNvPr>
          <p:cNvSpPr/>
          <p:nvPr/>
        </p:nvSpPr>
        <p:spPr>
          <a:xfrm>
            <a:off x="3337560" y="2514600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176A1D4-4FDF-4A47-ACF2-1ED266931630}"/>
              </a:ext>
            </a:extLst>
          </p:cNvPr>
          <p:cNvSpPr/>
          <p:nvPr/>
        </p:nvSpPr>
        <p:spPr>
          <a:xfrm>
            <a:off x="3489960" y="2667000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66123DBD-858F-42CD-BA18-EA03A6265CF3}"/>
              </a:ext>
            </a:extLst>
          </p:cNvPr>
          <p:cNvSpPr/>
          <p:nvPr/>
        </p:nvSpPr>
        <p:spPr>
          <a:xfrm>
            <a:off x="3642360" y="2819400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88FE659-FD37-45BB-A382-3E92E9355853}"/>
              </a:ext>
            </a:extLst>
          </p:cNvPr>
          <p:cNvSpPr/>
          <p:nvPr/>
        </p:nvSpPr>
        <p:spPr>
          <a:xfrm>
            <a:off x="3547110" y="3752088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DF02EA0-B6F8-4A6C-9957-A00D864F36A8}"/>
              </a:ext>
            </a:extLst>
          </p:cNvPr>
          <p:cNvSpPr/>
          <p:nvPr/>
        </p:nvSpPr>
        <p:spPr>
          <a:xfrm>
            <a:off x="2974848" y="4041649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24B2212-6109-48C6-B020-6F52BF8E4677}"/>
              </a:ext>
            </a:extLst>
          </p:cNvPr>
          <p:cNvSpPr/>
          <p:nvPr/>
        </p:nvSpPr>
        <p:spPr>
          <a:xfrm>
            <a:off x="4035552" y="4236721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73C9526-63F9-4F46-B507-6AB8933F0C8B}"/>
              </a:ext>
            </a:extLst>
          </p:cNvPr>
          <p:cNvSpPr/>
          <p:nvPr/>
        </p:nvSpPr>
        <p:spPr>
          <a:xfrm>
            <a:off x="3429000" y="4882896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AA8DC7F-6EA4-4A4C-BEF5-93339F2C7F43}"/>
              </a:ext>
            </a:extLst>
          </p:cNvPr>
          <p:cNvSpPr/>
          <p:nvPr/>
        </p:nvSpPr>
        <p:spPr>
          <a:xfrm>
            <a:off x="2639568" y="4456177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90E5A46-6D4F-4785-9BD2-C3710EF2D01C}"/>
              </a:ext>
            </a:extLst>
          </p:cNvPr>
          <p:cNvSpPr/>
          <p:nvPr/>
        </p:nvSpPr>
        <p:spPr>
          <a:xfrm>
            <a:off x="3346704" y="2514600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54E718A8-C194-4C20-BB55-1FDE59670CB8}"/>
              </a:ext>
            </a:extLst>
          </p:cNvPr>
          <p:cNvSpPr/>
          <p:nvPr/>
        </p:nvSpPr>
        <p:spPr>
          <a:xfrm>
            <a:off x="6385560" y="4885944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0FF442E-8CD0-4054-AA21-54424510B52E}"/>
              </a:ext>
            </a:extLst>
          </p:cNvPr>
          <p:cNvSpPr/>
          <p:nvPr/>
        </p:nvSpPr>
        <p:spPr>
          <a:xfrm>
            <a:off x="4905756" y="3648456"/>
            <a:ext cx="425196" cy="5425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45A5E4D-DE58-4E0C-A3D0-E279F0219CB5}"/>
              </a:ext>
            </a:extLst>
          </p:cNvPr>
          <p:cNvSpPr/>
          <p:nvPr/>
        </p:nvSpPr>
        <p:spPr>
          <a:xfrm>
            <a:off x="4861560" y="4885944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1933CC8-99D5-4AE5-9B81-4F5565E33C58}"/>
              </a:ext>
            </a:extLst>
          </p:cNvPr>
          <p:cNvSpPr/>
          <p:nvPr/>
        </p:nvSpPr>
        <p:spPr>
          <a:xfrm>
            <a:off x="6385560" y="2444496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3C0F741-AB12-441B-BE49-6E3573FA328B}"/>
              </a:ext>
            </a:extLst>
          </p:cNvPr>
          <p:cNvSpPr/>
          <p:nvPr/>
        </p:nvSpPr>
        <p:spPr>
          <a:xfrm>
            <a:off x="4861560" y="2514600"/>
            <a:ext cx="39319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2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1349</TotalTime>
  <Words>179</Words>
  <Application>Microsoft Office PowerPoint</Application>
  <PresentationFormat>ワイド画面</PresentationFormat>
  <Paragraphs>47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kousuke yamamoto</cp:lastModifiedBy>
  <cp:revision>82</cp:revision>
  <dcterms:created xsi:type="dcterms:W3CDTF">2013-01-27T09:14:16Z</dcterms:created>
  <dcterms:modified xsi:type="dcterms:W3CDTF">2026-10-07T06:11:32Z</dcterms:modified>
  <cp:category/>
</cp:coreProperties>
</file>