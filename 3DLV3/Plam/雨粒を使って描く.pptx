
<file path=[Content_Types].xml><?xml version="1.0" encoding="utf-8"?>
<Types xmlns="http://schemas.openxmlformats.org/package/2006/content-types">
  <Default Extension="jpe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1"/>
  </p:sldMasterIdLst>
  <p:notesMasterIdLst>
    <p:notesMasterId r:id="rId17"/>
  </p:notesMasterIdLst>
  <p:sldIdLst>
    <p:sldId id="264" r:id="rId2"/>
    <p:sldId id="277" r:id="rId3"/>
    <p:sldId id="257" r:id="rId4"/>
    <p:sldId id="278" r:id="rId5"/>
    <p:sldId id="282" r:id="rId6"/>
    <p:sldId id="280" r:id="rId7"/>
    <p:sldId id="281" r:id="rId8"/>
    <p:sldId id="279" r:id="rId9"/>
    <p:sldId id="283" r:id="rId10"/>
    <p:sldId id="284" r:id="rId11"/>
    <p:sldId id="259" r:id="rId12"/>
    <p:sldId id="285" r:id="rId13"/>
    <p:sldId id="273" r:id="rId14"/>
    <p:sldId id="286" r:id="rId15"/>
    <p:sldId id="268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7FE8F26-9465-4784-84CB-C79B84113414}">
          <p14:sldIdLst>
            <p14:sldId id="264"/>
            <p14:sldId id="277"/>
            <p14:sldId id="257"/>
            <p14:sldId id="278"/>
            <p14:sldId id="282"/>
            <p14:sldId id="280"/>
            <p14:sldId id="281"/>
            <p14:sldId id="279"/>
            <p14:sldId id="283"/>
            <p14:sldId id="284"/>
            <p14:sldId id="259"/>
            <p14:sldId id="285"/>
            <p14:sldId id="273"/>
            <p14:sldId id="286"/>
            <p14:sldId id="268"/>
          </p14:sldIdLst>
        </p14:section>
        <p14:section name="タイトルなしのセクション" id="{F1F5A39E-AF23-4F1F-899F-E7CAE773D7B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238"/>
    <a:srgbClr val="FF0000"/>
    <a:srgbClr val="263746"/>
    <a:srgbClr val="8DD9EE"/>
    <a:srgbClr val="123B5A"/>
    <a:srgbClr val="DDF3FA"/>
    <a:srgbClr val="123A5A"/>
    <a:srgbClr val="D8F0FA"/>
    <a:srgbClr val="EA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5153" autoAdjust="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uke yamamoto" userId="516c4d66ab16f868" providerId="LiveId" clId="{3DBCF2D6-846C-4AC5-B769-15D59CED32E7}"/>
    <pc:docChg chg="undo custSel addSld modSld sldOrd">
      <pc:chgData name="kousuke yamamoto" userId="516c4d66ab16f868" providerId="LiveId" clId="{3DBCF2D6-846C-4AC5-B769-15D59CED32E7}" dt="2026-10-06T05:13:21.631" v="53"/>
      <pc:docMkLst>
        <pc:docMk/>
      </pc:docMkLst>
      <pc:sldChg chg="addSp delSp modSp mod">
        <pc:chgData name="kousuke yamamoto" userId="516c4d66ab16f868" providerId="LiveId" clId="{3DBCF2D6-846C-4AC5-B769-15D59CED32E7}" dt="2026-10-06T04:59:45.408" v="51" actId="14100"/>
        <pc:sldMkLst>
          <pc:docMk/>
          <pc:sldMk cId="0" sldId="261"/>
        </pc:sldMkLst>
        <pc:spChg chg="add del mod">
          <ac:chgData name="kousuke yamamoto" userId="516c4d66ab16f868" providerId="LiveId" clId="{3DBCF2D6-846C-4AC5-B769-15D59CED32E7}" dt="2026-10-06T04:59:25.854" v="28" actId="478"/>
          <ac:spMkLst>
            <pc:docMk/>
            <pc:sldMk cId="0" sldId="261"/>
            <ac:spMk id="2" creationId="{F821687B-3030-42F0-A24A-7C58AE191B85}"/>
          </ac:spMkLst>
        </pc:spChg>
        <pc:spChg chg="mod">
          <ac:chgData name="kousuke yamamoto" userId="516c4d66ab16f868" providerId="LiveId" clId="{3DBCF2D6-846C-4AC5-B769-15D59CED32E7}" dt="2026-10-06T04:59:45.408" v="51" actId="14100"/>
          <ac:spMkLst>
            <pc:docMk/>
            <pc:sldMk cId="0" sldId="261"/>
            <ac:spMk id="3" creationId="{70EAE7B8-2E7A-4AF5-9F80-324BE3D322C8}"/>
          </ac:spMkLst>
        </pc:spChg>
      </pc:sldChg>
      <pc:sldChg chg="addSp modSp new mod ord">
        <pc:chgData name="kousuke yamamoto" userId="516c4d66ab16f868" providerId="LiveId" clId="{3DBCF2D6-846C-4AC5-B769-15D59CED32E7}" dt="2026-10-06T05:13:21.631" v="53"/>
        <pc:sldMkLst>
          <pc:docMk/>
          <pc:sldMk cId="1368519107" sldId="275"/>
        </pc:sldMkLst>
        <pc:spChg chg="add mod">
          <ac:chgData name="kousuke yamamoto" userId="516c4d66ab16f868" providerId="LiveId" clId="{3DBCF2D6-846C-4AC5-B769-15D59CED32E7}" dt="2026-10-06T04:58:09.988" v="20" actId="1076"/>
          <ac:spMkLst>
            <pc:docMk/>
            <pc:sldMk cId="1368519107" sldId="275"/>
            <ac:spMk id="2" creationId="{833A4E06-EE75-40A7-A1FD-D57D73A87CA8}"/>
          </ac:spMkLst>
        </pc:spChg>
      </pc:sldChg>
    </pc:docChg>
  </pc:docChgLst>
  <pc:docChgLst>
    <pc:chgData name="kousuke yamamoto" userId="516c4d66ab16f868" providerId="LiveId" clId="{6DE8346A-485C-46ED-AFC0-899DF69DB0FD}"/>
    <pc:docChg chg="undo custSel addSld delSld modSld sldOrd modMainMaster addSection modSection">
      <pc:chgData name="kousuke yamamoto" userId="516c4d66ab16f868" providerId="LiveId" clId="{6DE8346A-485C-46ED-AFC0-899DF69DB0FD}" dt="2026-10-13T07:28:13.179" v="6972" actId="20577"/>
      <pc:docMkLst>
        <pc:docMk/>
      </pc:docMkLst>
      <pc:sldChg chg="addSp delSp modSp mod ord">
        <pc:chgData name="kousuke yamamoto" userId="516c4d66ab16f868" providerId="LiveId" clId="{6DE8346A-485C-46ED-AFC0-899DF69DB0FD}" dt="2026-10-11T05:44:50.518" v="4004" actId="113"/>
        <pc:sldMkLst>
          <pc:docMk/>
          <pc:sldMk cId="0" sldId="257"/>
        </pc:sldMkLst>
        <pc:spChg chg="del mod">
          <ac:chgData name="kousuke yamamoto" userId="516c4d66ab16f868" providerId="LiveId" clId="{6DE8346A-485C-46ED-AFC0-899DF69DB0FD}" dt="2026-10-09T13:00:48.632" v="2383" actId="478"/>
          <ac:spMkLst>
            <pc:docMk/>
            <pc:sldMk cId="0" sldId="257"/>
            <ac:spMk id="2" creationId="{D9033127-4D4D-4EC3-A27C-804E62C27528}"/>
          </ac:spMkLst>
        </pc:spChg>
        <pc:spChg chg="del">
          <ac:chgData name="kousuke yamamoto" userId="516c4d66ab16f868" providerId="LiveId" clId="{6DE8346A-485C-46ED-AFC0-899DF69DB0FD}" dt="2026-10-09T12:57:48.121" v="2361" actId="478"/>
          <ac:spMkLst>
            <pc:docMk/>
            <pc:sldMk cId="0" sldId="257"/>
            <ac:spMk id="3" creationId="{7ED09CAE-1C4B-43BB-9B32-E9317E478F10}"/>
          </ac:spMkLst>
        </pc:spChg>
        <pc:spChg chg="add del mod">
          <ac:chgData name="kousuke yamamoto" userId="516c4d66ab16f868" providerId="LiveId" clId="{6DE8346A-485C-46ED-AFC0-899DF69DB0FD}" dt="2026-10-09T12:57:53.011" v="2365" actId="478"/>
          <ac:spMkLst>
            <pc:docMk/>
            <pc:sldMk cId="0" sldId="257"/>
            <ac:spMk id="5" creationId="{E41E76EF-28CD-4D8B-91EF-8C1C21D65C94}"/>
          </ac:spMkLst>
        </pc:spChg>
        <pc:spChg chg="del">
          <ac:chgData name="kousuke yamamoto" userId="516c4d66ab16f868" providerId="LiveId" clId="{6DE8346A-485C-46ED-AFC0-899DF69DB0FD}" dt="2026-10-08T13:45:08.400" v="961" actId="478"/>
          <ac:spMkLst>
            <pc:docMk/>
            <pc:sldMk cId="0" sldId="257"/>
            <ac:spMk id="6" creationId="{A30C44BD-C3CF-4D21-8AC1-84E72A8C316D}"/>
          </ac:spMkLst>
        </pc:spChg>
        <pc:spChg chg="add mod">
          <ac:chgData name="kousuke yamamoto" userId="516c4d66ab16f868" providerId="LiveId" clId="{6DE8346A-485C-46ED-AFC0-899DF69DB0FD}" dt="2026-10-11T05:44:47.148" v="4003" actId="113"/>
          <ac:spMkLst>
            <pc:docMk/>
            <pc:sldMk cId="0" sldId="257"/>
            <ac:spMk id="6" creationId="{AAEB8866-B2AB-46E3-BF79-199DBE209AC0}"/>
          </ac:spMkLst>
        </pc:spChg>
        <pc:spChg chg="del mod">
          <ac:chgData name="kousuke yamamoto" userId="516c4d66ab16f868" providerId="LiveId" clId="{6DE8346A-485C-46ED-AFC0-899DF69DB0FD}" dt="2026-10-08T13:45:04.427" v="959" actId="478"/>
          <ac:spMkLst>
            <pc:docMk/>
            <pc:sldMk cId="0" sldId="257"/>
            <ac:spMk id="7" creationId="{6A95D87C-FEF3-467E-B1FF-6608DFB43B23}"/>
          </ac:spMkLst>
        </pc:spChg>
        <pc:spChg chg="add mod">
          <ac:chgData name="kousuke yamamoto" userId="516c4d66ab16f868" providerId="LiveId" clId="{6DE8346A-485C-46ED-AFC0-899DF69DB0FD}" dt="2026-10-11T05:44:50.518" v="4004" actId="113"/>
          <ac:spMkLst>
            <pc:docMk/>
            <pc:sldMk cId="0" sldId="257"/>
            <ac:spMk id="7" creationId="{8B4C70F9-EE12-4712-B55E-5E13C5053109}"/>
          </ac:spMkLst>
        </pc:spChg>
        <pc:spChg chg="add del">
          <ac:chgData name="kousuke yamamoto" userId="516c4d66ab16f868" providerId="LiveId" clId="{6DE8346A-485C-46ED-AFC0-899DF69DB0FD}" dt="2026-10-09T13:18:29.061" v="2426"/>
          <ac:spMkLst>
            <pc:docMk/>
            <pc:sldMk cId="0" sldId="257"/>
            <ac:spMk id="8" creationId="{7856DC26-0F2E-4EBF-B3AF-2431376BBD06}"/>
          </ac:spMkLst>
        </pc:spChg>
        <pc:spChg chg="del">
          <ac:chgData name="kousuke yamamoto" userId="516c4d66ab16f868" providerId="LiveId" clId="{6DE8346A-485C-46ED-AFC0-899DF69DB0FD}" dt="2026-10-08T05:56:46.980" v="243" actId="478"/>
          <ac:spMkLst>
            <pc:docMk/>
            <pc:sldMk cId="0" sldId="257"/>
            <ac:spMk id="9" creationId="{00039B03-7452-4948-AB40-CEC2825954EC}"/>
          </ac:spMkLst>
        </pc:spChg>
        <pc:spChg chg="del mod">
          <ac:chgData name="kousuke yamamoto" userId="516c4d66ab16f868" providerId="LiveId" clId="{6DE8346A-485C-46ED-AFC0-899DF69DB0FD}" dt="2026-10-08T05:56:48.275" v="244" actId="478"/>
          <ac:spMkLst>
            <pc:docMk/>
            <pc:sldMk cId="0" sldId="257"/>
            <ac:spMk id="11" creationId="{13BABEA7-2FB4-4D0E-9CE5-C9EE47AFD26F}"/>
          </ac:spMkLst>
        </pc:spChg>
        <pc:spChg chg="del">
          <ac:chgData name="kousuke yamamoto" userId="516c4d66ab16f868" providerId="LiveId" clId="{6DE8346A-485C-46ED-AFC0-899DF69DB0FD}" dt="2026-10-08T13:45:06.157" v="960" actId="478"/>
          <ac:spMkLst>
            <pc:docMk/>
            <pc:sldMk cId="0" sldId="257"/>
            <ac:spMk id="12" creationId="{C0E15D93-A5A7-4816-B984-006258B007B4}"/>
          </ac:spMkLst>
        </pc:spChg>
      </pc:sldChg>
      <pc:sldChg chg="modSp del mod">
        <pc:chgData name="kousuke yamamoto" userId="516c4d66ab16f868" providerId="LiveId" clId="{6DE8346A-485C-46ED-AFC0-899DF69DB0FD}" dt="2026-10-09T03:02:48.114" v="1719" actId="2696"/>
        <pc:sldMkLst>
          <pc:docMk/>
          <pc:sldMk cId="0" sldId="258"/>
        </pc:sldMkLst>
        <pc:spChg chg="mod">
          <ac:chgData name="kousuke yamamoto" userId="516c4d66ab16f868" providerId="LiveId" clId="{6DE8346A-485C-46ED-AFC0-899DF69DB0FD}" dt="2026-10-08T14:47:33.812" v="1357" actId="20577"/>
          <ac:spMkLst>
            <pc:docMk/>
            <pc:sldMk cId="0" sldId="258"/>
            <ac:spMk id="2" creationId="{A32B2933-ECB3-4D47-BADF-E85DEDDE1079}"/>
          </ac:spMkLst>
        </pc:spChg>
      </pc:sldChg>
      <pc:sldChg chg="addSp delSp modSp mod ord">
        <pc:chgData name="kousuke yamamoto" userId="516c4d66ab16f868" providerId="LiveId" clId="{6DE8346A-485C-46ED-AFC0-899DF69DB0FD}" dt="2026-10-13T07:28:13.179" v="6972" actId="20577"/>
        <pc:sldMkLst>
          <pc:docMk/>
          <pc:sldMk cId="0" sldId="259"/>
        </pc:sldMkLst>
        <pc:spChg chg="del mod">
          <ac:chgData name="kousuke yamamoto" userId="516c4d66ab16f868" providerId="LiveId" clId="{6DE8346A-485C-46ED-AFC0-899DF69DB0FD}" dt="2026-10-13T02:15:00.654" v="5500" actId="478"/>
          <ac:spMkLst>
            <pc:docMk/>
            <pc:sldMk cId="0" sldId="259"/>
            <ac:spMk id="2" creationId="{528E3EEC-ED19-44E5-A90C-4BE60A2D4ABD}"/>
          </ac:spMkLst>
        </pc:spChg>
        <pc:spChg chg="del">
          <ac:chgData name="kousuke yamamoto" userId="516c4d66ab16f868" providerId="LiveId" clId="{6DE8346A-485C-46ED-AFC0-899DF69DB0FD}" dt="2026-10-12T23:48:57.625" v="5370" actId="478"/>
          <ac:spMkLst>
            <pc:docMk/>
            <pc:sldMk cId="0" sldId="259"/>
            <ac:spMk id="3" creationId="{8EE8F76E-6904-409A-AC76-C9CCF9F1E885}"/>
          </ac:spMkLst>
        </pc:spChg>
        <pc:spChg chg="add del mod">
          <ac:chgData name="kousuke yamamoto" userId="516c4d66ab16f868" providerId="LiveId" clId="{6DE8346A-485C-46ED-AFC0-899DF69DB0FD}" dt="2026-10-13T02:15:06.789" v="5503" actId="478"/>
          <ac:spMkLst>
            <pc:docMk/>
            <pc:sldMk cId="0" sldId="259"/>
            <ac:spMk id="5" creationId="{5F738E8E-6FD1-4FFF-9E24-5B37EDA81C3D}"/>
          </ac:spMkLst>
        </pc:spChg>
        <pc:spChg chg="add del mod">
          <ac:chgData name="kousuke yamamoto" userId="516c4d66ab16f868" providerId="LiveId" clId="{6DE8346A-485C-46ED-AFC0-899DF69DB0FD}" dt="2026-10-13T02:24:26.732" v="5729" actId="478"/>
          <ac:spMkLst>
            <pc:docMk/>
            <pc:sldMk cId="0" sldId="259"/>
            <ac:spMk id="6" creationId="{9E0EC556-9102-4DEA-8C30-FE2E3B4E177D}"/>
          </ac:spMkLst>
        </pc:spChg>
        <pc:spChg chg="del mod">
          <ac:chgData name="kousuke yamamoto" userId="516c4d66ab16f868" providerId="LiveId" clId="{6DE8346A-485C-46ED-AFC0-899DF69DB0FD}" dt="2026-10-13T02:14:56.840" v="5498" actId="478"/>
          <ac:spMkLst>
            <pc:docMk/>
            <pc:sldMk cId="0" sldId="259"/>
            <ac:spMk id="7" creationId="{29C8E7E2-CABB-411F-8549-701A17FEE2C5}"/>
          </ac:spMkLst>
        </pc:spChg>
        <pc:spChg chg="add del mod">
          <ac:chgData name="kousuke yamamoto" userId="516c4d66ab16f868" providerId="LiveId" clId="{6DE8346A-485C-46ED-AFC0-899DF69DB0FD}" dt="2026-10-13T02:15:04.055" v="5502" actId="478"/>
          <ac:spMkLst>
            <pc:docMk/>
            <pc:sldMk cId="0" sldId="259"/>
            <ac:spMk id="10" creationId="{CC48DAE9-6E2F-4AB5-A805-0F43BF2F2202}"/>
          </ac:spMkLst>
        </pc:spChg>
        <pc:spChg chg="add mod">
          <ac:chgData name="kousuke yamamoto" userId="516c4d66ab16f868" providerId="LiveId" clId="{6DE8346A-485C-46ED-AFC0-899DF69DB0FD}" dt="2026-10-12T23:49:06.874" v="5396" actId="20577"/>
          <ac:spMkLst>
            <pc:docMk/>
            <pc:sldMk cId="0" sldId="259"/>
            <ac:spMk id="11" creationId="{254BB1D1-8CB8-4E23-B28B-DE52B09FEDD3}"/>
          </ac:spMkLst>
        </pc:spChg>
        <pc:spChg chg="add del mod">
          <ac:chgData name="kousuke yamamoto" userId="516c4d66ab16f868" providerId="LiveId" clId="{6DE8346A-485C-46ED-AFC0-899DF69DB0FD}" dt="2026-10-13T02:24:49.544" v="5737" actId="478"/>
          <ac:spMkLst>
            <pc:docMk/>
            <pc:sldMk cId="0" sldId="259"/>
            <ac:spMk id="13" creationId="{31DC4775-3E47-41CD-9F2B-E710DF0978A7}"/>
          </ac:spMkLst>
        </pc:spChg>
        <pc:spChg chg="add del mod">
          <ac:chgData name="kousuke yamamoto" userId="516c4d66ab16f868" providerId="LiveId" clId="{6DE8346A-485C-46ED-AFC0-899DF69DB0FD}" dt="2026-10-13T02:25:17.312" v="5746" actId="478"/>
          <ac:spMkLst>
            <pc:docMk/>
            <pc:sldMk cId="0" sldId="259"/>
            <ac:spMk id="14" creationId="{62949EAD-840C-4129-B6F2-9C44EFE3392C}"/>
          </ac:spMkLst>
        </pc:spChg>
        <pc:spChg chg="add del mod">
          <ac:chgData name="kousuke yamamoto" userId="516c4d66ab16f868" providerId="LiveId" clId="{6DE8346A-485C-46ED-AFC0-899DF69DB0FD}" dt="2026-10-13T02:25:09.247" v="5743" actId="478"/>
          <ac:spMkLst>
            <pc:docMk/>
            <pc:sldMk cId="0" sldId="259"/>
            <ac:spMk id="15" creationId="{B93FA666-196A-420F-B704-9CE94183C612}"/>
          </ac:spMkLst>
        </pc:spChg>
        <pc:spChg chg="add del mod">
          <ac:chgData name="kousuke yamamoto" userId="516c4d66ab16f868" providerId="LiveId" clId="{6DE8346A-485C-46ED-AFC0-899DF69DB0FD}" dt="2026-10-13T02:25:28.904" v="5750" actId="478"/>
          <ac:spMkLst>
            <pc:docMk/>
            <pc:sldMk cId="0" sldId="259"/>
            <ac:spMk id="16" creationId="{E65780B6-6113-475E-954A-F84A882EBD5F}"/>
          </ac:spMkLst>
        </pc:spChg>
        <pc:spChg chg="add del mod">
          <ac:chgData name="kousuke yamamoto" userId="516c4d66ab16f868" providerId="LiveId" clId="{6DE8346A-485C-46ED-AFC0-899DF69DB0FD}" dt="2026-10-13T02:25:39.227" v="5754" actId="478"/>
          <ac:spMkLst>
            <pc:docMk/>
            <pc:sldMk cId="0" sldId="259"/>
            <ac:spMk id="17" creationId="{EEF3C6BA-7F54-4B18-8F61-CADB8D4A2335}"/>
          </ac:spMkLst>
        </pc:spChg>
        <pc:spChg chg="add del mod">
          <ac:chgData name="kousuke yamamoto" userId="516c4d66ab16f868" providerId="LiveId" clId="{6DE8346A-485C-46ED-AFC0-899DF69DB0FD}" dt="2026-10-13T02:24:41.794" v="5735" actId="478"/>
          <ac:spMkLst>
            <pc:docMk/>
            <pc:sldMk cId="0" sldId="259"/>
            <ac:spMk id="18" creationId="{8108ACAC-ACBE-4D40-B81E-A01FA62EA640}"/>
          </ac:spMkLst>
        </pc:spChg>
        <pc:spChg chg="add del mod">
          <ac:chgData name="kousuke yamamoto" userId="516c4d66ab16f868" providerId="LiveId" clId="{6DE8346A-485C-46ED-AFC0-899DF69DB0FD}" dt="2026-10-13T02:21:52.488" v="5693" actId="478"/>
          <ac:spMkLst>
            <pc:docMk/>
            <pc:sldMk cId="0" sldId="259"/>
            <ac:spMk id="19" creationId="{5B6A7D90-5B37-43C4-A896-745399596A8D}"/>
          </ac:spMkLst>
        </pc:spChg>
        <pc:spChg chg="add mod">
          <ac:chgData name="kousuke yamamoto" userId="516c4d66ab16f868" providerId="LiveId" clId="{6DE8346A-485C-46ED-AFC0-899DF69DB0FD}" dt="2026-10-13T07:28:13.179" v="6972" actId="20577"/>
          <ac:spMkLst>
            <pc:docMk/>
            <pc:sldMk cId="0" sldId="259"/>
            <ac:spMk id="20" creationId="{82D2435F-A812-4242-9F86-40C7BE86E2F3}"/>
          </ac:spMkLst>
        </pc:spChg>
        <pc:spChg chg="add del mod">
          <ac:chgData name="kousuke yamamoto" userId="516c4d66ab16f868" providerId="LiveId" clId="{6DE8346A-485C-46ED-AFC0-899DF69DB0FD}" dt="2026-10-13T02:21:47.735" v="5692" actId="478"/>
          <ac:spMkLst>
            <pc:docMk/>
            <pc:sldMk cId="0" sldId="259"/>
            <ac:spMk id="21" creationId="{257CA2ED-981D-442C-B861-459A4F9C441E}"/>
          </ac:spMkLst>
        </pc:spChg>
        <pc:spChg chg="add mod">
          <ac:chgData name="kousuke yamamoto" userId="516c4d66ab16f868" providerId="LiveId" clId="{6DE8346A-485C-46ED-AFC0-899DF69DB0FD}" dt="2026-10-13T02:24:35.229" v="5732" actId="14100"/>
          <ac:spMkLst>
            <pc:docMk/>
            <pc:sldMk cId="0" sldId="259"/>
            <ac:spMk id="23" creationId="{1521D007-DEA0-44E2-A9E1-E3ABA377EC4A}"/>
          </ac:spMkLst>
        </pc:spChg>
        <pc:spChg chg="add mod">
          <ac:chgData name="kousuke yamamoto" userId="516c4d66ab16f868" providerId="LiveId" clId="{6DE8346A-485C-46ED-AFC0-899DF69DB0FD}" dt="2026-10-13T02:27:16.974" v="5801" actId="14100"/>
          <ac:spMkLst>
            <pc:docMk/>
            <pc:sldMk cId="0" sldId="259"/>
            <ac:spMk id="24" creationId="{2C2439EC-ECCC-4A29-AAA8-95A58F4E6BA9}"/>
          </ac:spMkLst>
        </pc:spChg>
        <pc:spChg chg="add mod">
          <ac:chgData name="kousuke yamamoto" userId="516c4d66ab16f868" providerId="LiveId" clId="{6DE8346A-485C-46ED-AFC0-899DF69DB0FD}" dt="2026-10-13T02:25:01.303" v="5741" actId="1076"/>
          <ac:spMkLst>
            <pc:docMk/>
            <pc:sldMk cId="0" sldId="259"/>
            <ac:spMk id="25" creationId="{5D5C8D8A-84CE-4FED-85D5-8F4B8ED4B8D4}"/>
          </ac:spMkLst>
        </pc:spChg>
        <pc:spChg chg="add mod">
          <ac:chgData name="kousuke yamamoto" userId="516c4d66ab16f868" providerId="LiveId" clId="{6DE8346A-485C-46ED-AFC0-899DF69DB0FD}" dt="2026-10-13T02:25:15.914" v="5745" actId="14100"/>
          <ac:spMkLst>
            <pc:docMk/>
            <pc:sldMk cId="0" sldId="259"/>
            <ac:spMk id="26" creationId="{DF7E937A-5B80-41AA-A6B5-00335B2F4454}"/>
          </ac:spMkLst>
        </pc:spChg>
        <pc:spChg chg="add mod">
          <ac:chgData name="kousuke yamamoto" userId="516c4d66ab16f868" providerId="LiveId" clId="{6DE8346A-485C-46ED-AFC0-899DF69DB0FD}" dt="2026-10-13T02:25:26.926" v="5749" actId="14100"/>
          <ac:spMkLst>
            <pc:docMk/>
            <pc:sldMk cId="0" sldId="259"/>
            <ac:spMk id="27" creationId="{D23F767E-7211-42E8-944F-BC4954F5E0C1}"/>
          </ac:spMkLst>
        </pc:spChg>
        <pc:spChg chg="add mod">
          <ac:chgData name="kousuke yamamoto" userId="516c4d66ab16f868" providerId="LiveId" clId="{6DE8346A-485C-46ED-AFC0-899DF69DB0FD}" dt="2026-10-13T02:25:37.086" v="5753" actId="14100"/>
          <ac:spMkLst>
            <pc:docMk/>
            <pc:sldMk cId="0" sldId="259"/>
            <ac:spMk id="28" creationId="{8B3E0DE8-116B-48A6-8400-2084CA40C2EB}"/>
          </ac:spMkLst>
        </pc:spChg>
        <pc:spChg chg="add mod">
          <ac:chgData name="kousuke yamamoto" userId="516c4d66ab16f868" providerId="LiveId" clId="{6DE8346A-485C-46ED-AFC0-899DF69DB0FD}" dt="2026-10-13T02:25:48.255" v="5757" actId="14100"/>
          <ac:spMkLst>
            <pc:docMk/>
            <pc:sldMk cId="0" sldId="259"/>
            <ac:spMk id="29" creationId="{68B9BE63-C7C9-434D-9304-A144536398A5}"/>
          </ac:spMkLst>
        </pc:spChg>
        <pc:spChg chg="add mod">
          <ac:chgData name="kousuke yamamoto" userId="516c4d66ab16f868" providerId="LiveId" clId="{6DE8346A-485C-46ED-AFC0-899DF69DB0FD}" dt="2026-10-13T02:32:13.355" v="5912" actId="1076"/>
          <ac:spMkLst>
            <pc:docMk/>
            <pc:sldMk cId="0" sldId="259"/>
            <ac:spMk id="30" creationId="{EC663208-3F0B-497C-9117-1DD3CD5D6A85}"/>
          </ac:spMkLst>
        </pc:spChg>
        <pc:spChg chg="add mod">
          <ac:chgData name="kousuke yamamoto" userId="516c4d66ab16f868" providerId="LiveId" clId="{6DE8346A-485C-46ED-AFC0-899DF69DB0FD}" dt="2026-10-13T02:27:26.364" v="5804" actId="14100"/>
          <ac:spMkLst>
            <pc:docMk/>
            <pc:sldMk cId="0" sldId="259"/>
            <ac:spMk id="31" creationId="{BC5B313A-C6A4-4FC3-BF6A-9477E31E7B63}"/>
          </ac:spMkLst>
        </pc:spChg>
        <pc:spChg chg="add mod">
          <ac:chgData name="kousuke yamamoto" userId="516c4d66ab16f868" providerId="LiveId" clId="{6DE8346A-485C-46ED-AFC0-899DF69DB0FD}" dt="2026-10-13T02:27:35.678" v="5808" actId="14100"/>
          <ac:spMkLst>
            <pc:docMk/>
            <pc:sldMk cId="0" sldId="259"/>
            <ac:spMk id="32" creationId="{43752A87-5DC8-455C-951D-B8A2AE9AEEFF}"/>
          </ac:spMkLst>
        </pc:spChg>
        <pc:spChg chg="add del mod">
          <ac:chgData name="kousuke yamamoto" userId="516c4d66ab16f868" providerId="LiveId" clId="{6DE8346A-485C-46ED-AFC0-899DF69DB0FD}" dt="2026-10-13T02:30:33.364" v="5898" actId="478"/>
          <ac:spMkLst>
            <pc:docMk/>
            <pc:sldMk cId="0" sldId="259"/>
            <ac:spMk id="33" creationId="{C2D69180-9606-486D-BAD5-1843221EC91C}"/>
          </ac:spMkLst>
        </pc:spChg>
        <pc:picChg chg="add mod">
          <ac:chgData name="kousuke yamamoto" userId="516c4d66ab16f868" providerId="LiveId" clId="{6DE8346A-485C-46ED-AFC0-899DF69DB0FD}" dt="2026-10-13T02:22:48.876" v="5698" actId="1076"/>
          <ac:picMkLst>
            <pc:docMk/>
            <pc:sldMk cId="0" sldId="259"/>
            <ac:picMk id="4" creationId="{46B69DA7-75BE-46CD-B943-05E9E6A659B3}"/>
          </ac:picMkLst>
        </pc:picChg>
        <pc:picChg chg="del mod">
          <ac:chgData name="kousuke yamamoto" userId="516c4d66ab16f868" providerId="LiveId" clId="{6DE8346A-485C-46ED-AFC0-899DF69DB0FD}" dt="2026-10-08T13:41:33.658" v="805" actId="478"/>
          <ac:picMkLst>
            <pc:docMk/>
            <pc:sldMk cId="0" sldId="259"/>
            <ac:picMk id="8" creationId="{C60C3470-23D4-43F0-BC82-8A64EEC90281}"/>
          </ac:picMkLst>
        </pc:picChg>
        <pc:picChg chg="del mod">
          <ac:chgData name="kousuke yamamoto" userId="516c4d66ab16f868" providerId="LiveId" clId="{6DE8346A-485C-46ED-AFC0-899DF69DB0FD}" dt="2026-10-13T02:14:58.620" v="5499" actId="478"/>
          <ac:picMkLst>
            <pc:docMk/>
            <pc:sldMk cId="0" sldId="259"/>
            <ac:picMk id="9" creationId="{05B52EF4-83E1-45B0-AA9E-EBBCD65FBCE7}"/>
          </ac:picMkLst>
        </pc:picChg>
        <pc:picChg chg="del mod">
          <ac:chgData name="kousuke yamamoto" userId="516c4d66ab16f868" providerId="LiveId" clId="{6DE8346A-485C-46ED-AFC0-899DF69DB0FD}" dt="2026-10-13T02:15:02.185" v="5501" actId="478"/>
          <ac:picMkLst>
            <pc:docMk/>
            <pc:sldMk cId="0" sldId="259"/>
            <ac:picMk id="12" creationId="{77A588C8-9C41-42FC-AC42-0CA488F60093}"/>
          </ac:picMkLst>
        </pc:picChg>
        <pc:picChg chg="add del mod">
          <ac:chgData name="kousuke yamamoto" userId="516c4d66ab16f868" providerId="LiveId" clId="{6DE8346A-485C-46ED-AFC0-899DF69DB0FD}" dt="2026-10-13T02:30:46.647" v="5899" actId="478"/>
          <ac:picMkLst>
            <pc:docMk/>
            <pc:sldMk cId="0" sldId="259"/>
            <ac:picMk id="22" creationId="{535D4C2C-C10E-45A5-B27F-B37DC41DE4E2}"/>
          </ac:picMkLst>
        </pc:picChg>
        <pc:picChg chg="add mod">
          <ac:chgData name="kousuke yamamoto" userId="516c4d66ab16f868" providerId="LiveId" clId="{6DE8346A-485C-46ED-AFC0-899DF69DB0FD}" dt="2026-10-13T02:32:15.622" v="5913" actId="1076"/>
          <ac:picMkLst>
            <pc:docMk/>
            <pc:sldMk cId="0" sldId="259"/>
            <ac:picMk id="35" creationId="{4BB29CDF-C7B2-4CD5-BB7E-B095E1F5C979}"/>
          </ac:picMkLst>
        </pc:picChg>
      </pc:sldChg>
      <pc:sldChg chg="addSp delSp modSp del mod ord">
        <pc:chgData name="kousuke yamamoto" userId="516c4d66ab16f868" providerId="LiveId" clId="{6DE8346A-485C-46ED-AFC0-899DF69DB0FD}" dt="2026-10-09T14:18:02.475" v="3296" actId="2696"/>
        <pc:sldMkLst>
          <pc:docMk/>
          <pc:sldMk cId="0" sldId="261"/>
        </pc:sldMkLst>
        <pc:spChg chg="mod">
          <ac:chgData name="kousuke yamamoto" userId="516c4d66ab16f868" providerId="LiveId" clId="{6DE8346A-485C-46ED-AFC0-899DF69DB0FD}" dt="2026-10-08T13:54:56.066" v="1156" actId="14100"/>
          <ac:spMkLst>
            <pc:docMk/>
            <pc:sldMk cId="0" sldId="261"/>
            <ac:spMk id="3" creationId="{70EAE7B8-2E7A-4AF5-9F80-324BE3D322C8}"/>
          </ac:spMkLst>
        </pc:spChg>
        <pc:spChg chg="mod">
          <ac:chgData name="kousuke yamamoto" userId="516c4d66ab16f868" providerId="LiveId" clId="{6DE8346A-485C-46ED-AFC0-899DF69DB0FD}" dt="2026-10-09T03:34:25.694" v="1951" actId="1076"/>
          <ac:spMkLst>
            <pc:docMk/>
            <pc:sldMk cId="0" sldId="261"/>
            <ac:spMk id="4" creationId="{2A6CE379-9DB5-4E43-AE4A-565D343B3DEF}"/>
          </ac:spMkLst>
        </pc:spChg>
        <pc:spChg chg="mod">
          <ac:chgData name="kousuke yamamoto" userId="516c4d66ab16f868" providerId="LiveId" clId="{6DE8346A-485C-46ED-AFC0-899DF69DB0FD}" dt="2026-10-09T03:34:26.985" v="1952" actId="1076"/>
          <ac:spMkLst>
            <pc:docMk/>
            <pc:sldMk cId="0" sldId="261"/>
            <ac:spMk id="5" creationId="{91870252-9069-4CF2-BDB1-5539DA6535CC}"/>
          </ac:spMkLst>
        </pc:spChg>
        <pc:spChg chg="mod">
          <ac:chgData name="kousuke yamamoto" userId="516c4d66ab16f868" providerId="LiveId" clId="{6DE8346A-485C-46ED-AFC0-899DF69DB0FD}" dt="2026-10-09T03:34:30.906" v="1954" actId="1076"/>
          <ac:spMkLst>
            <pc:docMk/>
            <pc:sldMk cId="0" sldId="261"/>
            <ac:spMk id="6" creationId="{595A4AA4-1310-49B0-B0FA-38D93BAA4E46}"/>
          </ac:spMkLst>
        </pc:spChg>
        <pc:spChg chg="del mod">
          <ac:chgData name="kousuke yamamoto" userId="516c4d66ab16f868" providerId="LiveId" clId="{6DE8346A-485C-46ED-AFC0-899DF69DB0FD}" dt="2026-10-09T03:33:48.644" v="1943" actId="478"/>
          <ac:spMkLst>
            <pc:docMk/>
            <pc:sldMk cId="0" sldId="261"/>
            <ac:spMk id="8" creationId="{B583C0F8-8C54-4417-9EE0-84A0AF84E0DF}"/>
          </ac:spMkLst>
        </pc:spChg>
        <pc:spChg chg="del mod">
          <ac:chgData name="kousuke yamamoto" userId="516c4d66ab16f868" providerId="LiveId" clId="{6DE8346A-485C-46ED-AFC0-899DF69DB0FD}" dt="2026-10-09T03:34:09.566" v="1948" actId="478"/>
          <ac:spMkLst>
            <pc:docMk/>
            <pc:sldMk cId="0" sldId="261"/>
            <ac:spMk id="9" creationId="{0D6B0945-959E-46D4-9780-A6377E1640D8}"/>
          </ac:spMkLst>
        </pc:spChg>
        <pc:spChg chg="del mod">
          <ac:chgData name="kousuke yamamoto" userId="516c4d66ab16f868" providerId="LiveId" clId="{6DE8346A-485C-46ED-AFC0-899DF69DB0FD}" dt="2026-10-08T14:49:30.247" v="1423" actId="478"/>
          <ac:spMkLst>
            <pc:docMk/>
            <pc:sldMk cId="0" sldId="261"/>
            <ac:spMk id="14" creationId="{BA078506-7E4C-4F5D-B9A4-35A7E62517A2}"/>
          </ac:spMkLst>
        </pc:spChg>
        <pc:spChg chg="mod">
          <ac:chgData name="kousuke yamamoto" userId="516c4d66ab16f868" providerId="LiveId" clId="{6DE8346A-485C-46ED-AFC0-899DF69DB0FD}" dt="2026-10-08T14:47:18.904" v="1348" actId="14100"/>
          <ac:spMkLst>
            <pc:docMk/>
            <pc:sldMk cId="0" sldId="261"/>
            <ac:spMk id="16" creationId="{CFB47AD2-AE9E-45A7-968A-6F4AF3BE494A}"/>
          </ac:spMkLst>
        </pc:spChg>
        <pc:spChg chg="add del mod">
          <ac:chgData name="kousuke yamamoto" userId="516c4d66ab16f868" providerId="LiveId" clId="{6DE8346A-485C-46ED-AFC0-899DF69DB0FD}" dt="2026-10-09T03:34:02.548" v="1944" actId="478"/>
          <ac:spMkLst>
            <pc:docMk/>
            <pc:sldMk cId="0" sldId="261"/>
            <ac:spMk id="18" creationId="{AF97EBDD-B6B0-4209-97C2-591BEBCBF71B}"/>
          </ac:spMkLst>
        </pc:spChg>
        <pc:spChg chg="del mod">
          <ac:chgData name="kousuke yamamoto" userId="516c4d66ab16f868" providerId="LiveId" clId="{6DE8346A-485C-46ED-AFC0-899DF69DB0FD}" dt="2026-10-09T03:34:06.051" v="1946" actId="478"/>
          <ac:spMkLst>
            <pc:docMk/>
            <pc:sldMk cId="0" sldId="261"/>
            <ac:spMk id="19" creationId="{25A60F97-B616-4CEB-A0D8-7362FB3B7E19}"/>
          </ac:spMkLst>
        </pc:spChg>
        <pc:spChg chg="del mod">
          <ac:chgData name="kousuke yamamoto" userId="516c4d66ab16f868" providerId="LiveId" clId="{6DE8346A-485C-46ED-AFC0-899DF69DB0FD}" dt="2026-10-09T03:34:07.312" v="1947" actId="478"/>
          <ac:spMkLst>
            <pc:docMk/>
            <pc:sldMk cId="0" sldId="261"/>
            <ac:spMk id="20" creationId="{7BA5D4A2-CECA-4F42-AD75-907BD8F905BA}"/>
          </ac:spMkLst>
        </pc:spChg>
        <pc:spChg chg="del mod">
          <ac:chgData name="kousuke yamamoto" userId="516c4d66ab16f868" providerId="LiveId" clId="{6DE8346A-485C-46ED-AFC0-899DF69DB0FD}" dt="2026-10-09T03:34:10.136" v="1949" actId="478"/>
          <ac:spMkLst>
            <pc:docMk/>
            <pc:sldMk cId="0" sldId="261"/>
            <ac:spMk id="21" creationId="{ADD38AD8-08A4-4D68-ACDC-7161086FCB9D}"/>
          </ac:spMkLst>
        </pc:spChg>
        <pc:spChg chg="del mod">
          <ac:chgData name="kousuke yamamoto" userId="516c4d66ab16f868" providerId="LiveId" clId="{6DE8346A-485C-46ED-AFC0-899DF69DB0FD}" dt="2026-10-08T14:50:50.020" v="1515" actId="478"/>
          <ac:spMkLst>
            <pc:docMk/>
            <pc:sldMk cId="0" sldId="261"/>
            <ac:spMk id="22" creationId="{7806784A-4868-4A8F-BB54-800602572138}"/>
          </ac:spMkLst>
        </pc:spChg>
        <pc:spChg chg="del mod">
          <ac:chgData name="kousuke yamamoto" userId="516c4d66ab16f868" providerId="LiveId" clId="{6DE8346A-485C-46ED-AFC0-899DF69DB0FD}" dt="2026-10-08T14:52:58.258" v="1620" actId="478"/>
          <ac:spMkLst>
            <pc:docMk/>
            <pc:sldMk cId="0" sldId="261"/>
            <ac:spMk id="23" creationId="{E2D9D0D3-D19E-47EF-9969-C3597AD4EDB4}"/>
          </ac:spMkLst>
        </pc:spChg>
        <pc:spChg chg="del mod">
          <ac:chgData name="kousuke yamamoto" userId="516c4d66ab16f868" providerId="LiveId" clId="{6DE8346A-485C-46ED-AFC0-899DF69DB0FD}" dt="2026-10-09T03:34:34.939" v="1955" actId="478"/>
          <ac:spMkLst>
            <pc:docMk/>
            <pc:sldMk cId="0" sldId="261"/>
            <ac:spMk id="24" creationId="{B92945C9-D043-4A1F-BC8A-7A0428356C38}"/>
          </ac:spMkLst>
        </pc:spChg>
        <pc:spChg chg="add del mod">
          <ac:chgData name="kousuke yamamoto" userId="516c4d66ab16f868" providerId="LiveId" clId="{6DE8346A-485C-46ED-AFC0-899DF69DB0FD}" dt="2026-10-09T03:34:36.975" v="1957" actId="478"/>
          <ac:spMkLst>
            <pc:docMk/>
            <pc:sldMk cId="0" sldId="261"/>
            <ac:spMk id="25" creationId="{BE15DC54-AE7A-4F8E-918F-363DE7902632}"/>
          </ac:spMkLst>
        </pc:spChg>
        <pc:spChg chg="add del mod">
          <ac:chgData name="kousuke yamamoto" userId="516c4d66ab16f868" providerId="LiveId" clId="{6DE8346A-485C-46ED-AFC0-899DF69DB0FD}" dt="2026-10-09T03:34:04.227" v="1945" actId="478"/>
          <ac:spMkLst>
            <pc:docMk/>
            <pc:sldMk cId="0" sldId="261"/>
            <ac:spMk id="26" creationId="{EC408C00-334B-48E6-BDB7-C0B273946351}"/>
          </ac:spMkLst>
        </pc:spChg>
        <pc:spChg chg="add del mod">
          <ac:chgData name="kousuke yamamoto" userId="516c4d66ab16f868" providerId="LiveId" clId="{6DE8346A-485C-46ED-AFC0-899DF69DB0FD}" dt="2026-10-09T03:34:11.145" v="1950" actId="478"/>
          <ac:spMkLst>
            <pc:docMk/>
            <pc:sldMk cId="0" sldId="261"/>
            <ac:spMk id="27" creationId="{94ABE33A-3EDD-4FFD-98E0-1A17C9858C07}"/>
          </ac:spMkLst>
        </pc:spChg>
        <pc:spChg chg="add del mod">
          <ac:chgData name="kousuke yamamoto" userId="516c4d66ab16f868" providerId="LiveId" clId="{6DE8346A-485C-46ED-AFC0-899DF69DB0FD}" dt="2026-10-09T03:34:36.106" v="1956" actId="478"/>
          <ac:spMkLst>
            <pc:docMk/>
            <pc:sldMk cId="0" sldId="261"/>
            <ac:spMk id="28" creationId="{A4379FB6-A154-4892-8EFC-85261F9DFC79}"/>
          </ac:spMkLst>
        </pc:spChg>
        <pc:picChg chg="add del">
          <ac:chgData name="kousuke yamamoto" userId="516c4d66ab16f868" providerId="LiveId" clId="{6DE8346A-485C-46ED-AFC0-899DF69DB0FD}" dt="2026-10-08T14:49:37.559" v="1426" actId="22"/>
          <ac:picMkLst>
            <pc:docMk/>
            <pc:sldMk cId="0" sldId="261"/>
            <ac:picMk id="7" creationId="{09DAB708-E88B-4DB9-B185-42DCA2B6BEF6}"/>
          </ac:picMkLst>
        </pc:picChg>
      </pc:sldChg>
      <pc:sldChg chg="addSp delSp modSp del mod ord">
        <pc:chgData name="kousuke yamamoto" userId="516c4d66ab16f868" providerId="LiveId" clId="{6DE8346A-485C-46ED-AFC0-899DF69DB0FD}" dt="2026-10-13T06:42:25.546" v="6911" actId="2696"/>
        <pc:sldMkLst>
          <pc:docMk/>
          <pc:sldMk cId="0" sldId="263"/>
        </pc:sldMkLst>
        <pc:spChg chg="del mod">
          <ac:chgData name="kousuke yamamoto" userId="516c4d66ab16f868" providerId="LiveId" clId="{6DE8346A-485C-46ED-AFC0-899DF69DB0FD}" dt="2026-10-08T13:05:58.608" v="490" actId="478"/>
          <ac:spMkLst>
            <pc:docMk/>
            <pc:sldMk cId="0" sldId="263"/>
            <ac:spMk id="2" creationId="{376B169F-2FD1-4F7E-BD85-FF8DA51CEE45}"/>
          </ac:spMkLst>
        </pc:spChg>
        <pc:spChg chg="add mod">
          <ac:chgData name="kousuke yamamoto" userId="516c4d66ab16f868" providerId="LiveId" clId="{6DE8346A-485C-46ED-AFC0-899DF69DB0FD}" dt="2026-10-09T02:42:10.368" v="1705" actId="1076"/>
          <ac:spMkLst>
            <pc:docMk/>
            <pc:sldMk cId="0" sldId="263"/>
            <ac:spMk id="2" creationId="{CE09F5CC-DC97-400A-8DCD-DCF750793625}"/>
          </ac:spMkLst>
        </pc:spChg>
        <pc:spChg chg="add del mod">
          <ac:chgData name="kousuke yamamoto" userId="516c4d66ab16f868" providerId="LiveId" clId="{6DE8346A-485C-46ED-AFC0-899DF69DB0FD}" dt="2026-10-09T12:48:57.949" v="2284" actId="478"/>
          <ac:spMkLst>
            <pc:docMk/>
            <pc:sldMk cId="0" sldId="263"/>
            <ac:spMk id="3" creationId="{FB759AF9-7281-48AC-8DBF-B36CB5CCE18B}"/>
          </ac:spMkLst>
        </pc:spChg>
        <pc:spChg chg="add mod">
          <ac:chgData name="kousuke yamamoto" userId="516c4d66ab16f868" providerId="LiveId" clId="{6DE8346A-485C-46ED-AFC0-899DF69DB0FD}" dt="2026-10-09T02:42:12.535" v="1706" actId="1076"/>
          <ac:spMkLst>
            <pc:docMk/>
            <pc:sldMk cId="0" sldId="263"/>
            <ac:spMk id="4" creationId="{D063401D-D46E-42DF-90E2-DF297FF1B942}"/>
          </ac:spMkLst>
        </pc:spChg>
        <pc:spChg chg="add mod">
          <ac:chgData name="kousuke yamamoto" userId="516c4d66ab16f868" providerId="LiveId" clId="{6DE8346A-485C-46ED-AFC0-899DF69DB0FD}" dt="2026-10-08T13:38:59.554" v="759" actId="1076"/>
          <ac:spMkLst>
            <pc:docMk/>
            <pc:sldMk cId="0" sldId="263"/>
            <ac:spMk id="5" creationId="{7EE809D5-24E5-4881-8988-806117AED71C}"/>
          </ac:spMkLst>
        </pc:spChg>
        <pc:spChg chg="mod">
          <ac:chgData name="kousuke yamamoto" userId="516c4d66ab16f868" providerId="LiveId" clId="{6DE8346A-485C-46ED-AFC0-899DF69DB0FD}" dt="2026-10-08T13:23:05.381" v="739" actId="1076"/>
          <ac:spMkLst>
            <pc:docMk/>
            <pc:sldMk cId="0" sldId="263"/>
            <ac:spMk id="9" creationId="{31CC81D0-7A6F-4454-B188-C57577CE4627}"/>
          </ac:spMkLst>
        </pc:spChg>
        <pc:spChg chg="add del mod">
          <ac:chgData name="kousuke yamamoto" userId="516c4d66ab16f868" providerId="LiveId" clId="{6DE8346A-485C-46ED-AFC0-899DF69DB0FD}" dt="2026-10-08T13:20:35.626" v="628"/>
          <ac:spMkLst>
            <pc:docMk/>
            <pc:sldMk cId="0" sldId="263"/>
            <ac:spMk id="12" creationId="{D18E6C2A-FBAC-404A-B9A0-6E854BB11B49}"/>
          </ac:spMkLst>
        </pc:spChg>
        <pc:spChg chg="add mod">
          <ac:chgData name="kousuke yamamoto" userId="516c4d66ab16f868" providerId="LiveId" clId="{6DE8346A-485C-46ED-AFC0-899DF69DB0FD}" dt="2026-10-08T13:38:25.752" v="757" actId="14100"/>
          <ac:spMkLst>
            <pc:docMk/>
            <pc:sldMk cId="0" sldId="263"/>
            <ac:spMk id="13" creationId="{18E44EB3-9135-4711-BFF9-4EE0C51469A4}"/>
          </ac:spMkLst>
        </pc:spChg>
        <pc:graphicFrameChg chg="add del mod">
          <ac:chgData name="kousuke yamamoto" userId="516c4d66ab16f868" providerId="LiveId" clId="{6DE8346A-485C-46ED-AFC0-899DF69DB0FD}" dt="2026-10-08T13:15:37.562" v="520"/>
          <ac:graphicFrameMkLst>
            <pc:docMk/>
            <pc:sldMk cId="0" sldId="263"/>
            <ac:graphicFrameMk id="6" creationId="{117B0E2F-55CD-48B9-AC6D-A1BE1D8A98E9}"/>
          </ac:graphicFrameMkLst>
        </pc:graphicFrameChg>
        <pc:graphicFrameChg chg="add del mod">
          <ac:chgData name="kousuke yamamoto" userId="516c4d66ab16f868" providerId="LiveId" clId="{6DE8346A-485C-46ED-AFC0-899DF69DB0FD}" dt="2026-10-08T13:15:37.562" v="520"/>
          <ac:graphicFrameMkLst>
            <pc:docMk/>
            <pc:sldMk cId="0" sldId="263"/>
            <ac:graphicFrameMk id="8" creationId="{3F2E9702-9657-4003-A5CA-507B44C6B2B2}"/>
          </ac:graphicFrameMkLst>
        </pc:graphicFrameChg>
        <pc:graphicFrameChg chg="add mod">
          <ac:chgData name="kousuke yamamoto" userId="516c4d66ab16f868" providerId="LiveId" clId="{6DE8346A-485C-46ED-AFC0-899DF69DB0FD}" dt="2026-10-08T13:20:44.638" v="631" actId="1076"/>
          <ac:graphicFrameMkLst>
            <pc:docMk/>
            <pc:sldMk cId="0" sldId="263"/>
            <ac:graphicFrameMk id="10" creationId="{0324B8CD-ACFE-498B-81C7-CA26BE4FCA6C}"/>
          </ac:graphicFrameMkLst>
        </pc:graphicFrameChg>
        <pc:graphicFrameChg chg="add del mod">
          <ac:chgData name="kousuke yamamoto" userId="516c4d66ab16f868" providerId="LiveId" clId="{6DE8346A-485C-46ED-AFC0-899DF69DB0FD}" dt="2026-10-08T13:17:09.850" v="611" actId="478"/>
          <ac:graphicFrameMkLst>
            <pc:docMk/>
            <pc:sldMk cId="0" sldId="263"/>
            <ac:graphicFrameMk id="11" creationId="{65C61016-ACE7-4497-9E3D-3C1EC8032D7A}"/>
          </ac:graphicFrameMkLst>
        </pc:graphicFrameChg>
        <pc:graphicFrameChg chg="add del mod">
          <ac:chgData name="kousuke yamamoto" userId="516c4d66ab16f868" providerId="LiveId" clId="{6DE8346A-485C-46ED-AFC0-899DF69DB0FD}" dt="2026-10-08T13:37:52.773" v="752" actId="478"/>
          <ac:graphicFrameMkLst>
            <pc:docMk/>
            <pc:sldMk cId="0" sldId="263"/>
            <ac:graphicFrameMk id="14" creationId="{8882B0A0-8771-47A5-8765-C1D1B318D62A}"/>
          </ac:graphicFrameMkLst>
        </pc:graphicFrameChg>
        <pc:graphicFrameChg chg="add del mod">
          <ac:chgData name="kousuke yamamoto" userId="516c4d66ab16f868" providerId="LiveId" clId="{6DE8346A-485C-46ED-AFC0-899DF69DB0FD}" dt="2026-10-08T13:22:26.529" v="731" actId="478"/>
          <ac:graphicFrameMkLst>
            <pc:docMk/>
            <pc:sldMk cId="0" sldId="263"/>
            <ac:graphicFrameMk id="15" creationId="{C84B2099-4523-409D-9D37-044F24E3CF95}"/>
          </ac:graphicFrameMkLst>
        </pc:graphicFrameChg>
      </pc:sldChg>
      <pc:sldChg chg="addSp delSp modSp add del mod">
        <pc:chgData name="kousuke yamamoto" userId="516c4d66ab16f868" providerId="LiveId" clId="{6DE8346A-485C-46ED-AFC0-899DF69DB0FD}" dt="2026-10-12T11:06:03.889" v="4834"/>
        <pc:sldMkLst>
          <pc:docMk/>
          <pc:sldMk cId="3622600241" sldId="264"/>
        </pc:sldMkLst>
        <pc:spChg chg="mod">
          <ac:chgData name="kousuke yamamoto" userId="516c4d66ab16f868" providerId="LiveId" clId="{6DE8346A-485C-46ED-AFC0-899DF69DB0FD}" dt="2026-10-11T05:44:34.498" v="4000" actId="113"/>
          <ac:spMkLst>
            <pc:docMk/>
            <pc:sldMk cId="3622600241" sldId="264"/>
            <ac:spMk id="3" creationId="{3C9E4263-8370-4EC0-B987-B59700E54FA7}"/>
          </ac:spMkLst>
        </pc:spChg>
        <pc:spChg chg="add del mod">
          <ac:chgData name="kousuke yamamoto" userId="516c4d66ab16f868" providerId="LiveId" clId="{6DE8346A-485C-46ED-AFC0-899DF69DB0FD}" dt="2026-10-12T11:06:03.889" v="4834"/>
          <ac:spMkLst>
            <pc:docMk/>
            <pc:sldMk cId="3622600241" sldId="264"/>
            <ac:spMk id="4" creationId="{6D680878-D761-4A8C-94B8-912D85EFCBC2}"/>
          </ac:spMkLst>
        </pc:spChg>
        <pc:spChg chg="mod">
          <ac:chgData name="kousuke yamamoto" userId="516c4d66ab16f868" providerId="LiveId" clId="{6DE8346A-485C-46ED-AFC0-899DF69DB0FD}" dt="2026-10-11T05:44:30.658" v="3999" actId="113"/>
          <ac:spMkLst>
            <pc:docMk/>
            <pc:sldMk cId="3622600241" sldId="264"/>
            <ac:spMk id="5" creationId="{7BD15FD0-936A-427E-B92E-3358E9AE87D9}"/>
          </ac:spMkLst>
        </pc:spChg>
      </pc:sldChg>
      <pc:sldChg chg="modSp del mod">
        <pc:chgData name="kousuke yamamoto" userId="516c4d66ab16f868" providerId="LiveId" clId="{6DE8346A-485C-46ED-AFC0-899DF69DB0FD}" dt="2026-10-09T14:18:40.850" v="3299" actId="2696"/>
        <pc:sldMkLst>
          <pc:docMk/>
          <pc:sldMk cId="2167679312" sldId="266"/>
        </pc:sldMkLst>
        <pc:spChg chg="mod">
          <ac:chgData name="kousuke yamamoto" userId="516c4d66ab16f868" providerId="LiveId" clId="{6DE8346A-485C-46ED-AFC0-899DF69DB0FD}" dt="2026-10-09T03:34:56.081" v="1959" actId="20577"/>
          <ac:spMkLst>
            <pc:docMk/>
            <pc:sldMk cId="2167679312" sldId="266"/>
            <ac:spMk id="3" creationId="{7267747B-5E96-4DCD-BFCC-F90DF3DABE9C}"/>
          </ac:spMkLst>
        </pc:spChg>
      </pc:sldChg>
      <pc:sldChg chg="modSp del mod">
        <pc:chgData name="kousuke yamamoto" userId="516c4d66ab16f868" providerId="LiveId" clId="{6DE8346A-485C-46ED-AFC0-899DF69DB0FD}" dt="2026-10-09T14:18:51.428" v="3301" actId="2696"/>
        <pc:sldMkLst>
          <pc:docMk/>
          <pc:sldMk cId="4047880640" sldId="267"/>
        </pc:sldMkLst>
        <pc:spChg chg="mod">
          <ac:chgData name="kousuke yamamoto" userId="516c4d66ab16f868" providerId="LiveId" clId="{6DE8346A-485C-46ED-AFC0-899DF69DB0FD}" dt="2026-10-08T05:47:07.765" v="190" actId="20577"/>
          <ac:spMkLst>
            <pc:docMk/>
            <pc:sldMk cId="4047880640" sldId="267"/>
            <ac:spMk id="4" creationId="{FDE00C1E-5F09-44B3-9D60-249CD5642B5B}"/>
          </ac:spMkLst>
        </pc:spChg>
        <pc:spChg chg="mod">
          <ac:chgData name="kousuke yamamoto" userId="516c4d66ab16f868" providerId="LiveId" clId="{6DE8346A-485C-46ED-AFC0-899DF69DB0FD}" dt="2026-10-08T05:47:34.202" v="216" actId="20577"/>
          <ac:spMkLst>
            <pc:docMk/>
            <pc:sldMk cId="4047880640" sldId="267"/>
            <ac:spMk id="7" creationId="{5507A22D-974F-4D2F-9E4C-0869B25B6561}"/>
          </ac:spMkLst>
        </pc:spChg>
        <pc:spChg chg="mod">
          <ac:chgData name="kousuke yamamoto" userId="516c4d66ab16f868" providerId="LiveId" clId="{6DE8346A-485C-46ED-AFC0-899DF69DB0FD}" dt="2026-10-08T05:48:05.063" v="242" actId="14100"/>
          <ac:spMkLst>
            <pc:docMk/>
            <pc:sldMk cId="4047880640" sldId="267"/>
            <ac:spMk id="13" creationId="{4AF0D3BD-546E-4F94-BF34-BE6901DB6F25}"/>
          </ac:spMkLst>
        </pc:spChg>
      </pc:sldChg>
      <pc:sldChg chg="addSp delSp modSp mod ord">
        <pc:chgData name="kousuke yamamoto" userId="516c4d66ab16f868" providerId="LiveId" clId="{6DE8346A-485C-46ED-AFC0-899DF69DB0FD}" dt="2026-10-13T06:27:11.232" v="6642" actId="113"/>
        <pc:sldMkLst>
          <pc:docMk/>
          <pc:sldMk cId="1417576500" sldId="268"/>
        </pc:sldMkLst>
        <pc:spChg chg="add del mod">
          <ac:chgData name="kousuke yamamoto" userId="516c4d66ab16f868" providerId="LiveId" clId="{6DE8346A-485C-46ED-AFC0-899DF69DB0FD}" dt="2026-10-13T06:22:38.767" v="6638"/>
          <ac:spMkLst>
            <pc:docMk/>
            <pc:sldMk cId="1417576500" sldId="268"/>
            <ac:spMk id="2" creationId="{464FD26C-68DA-40AB-A465-384F9EECABAE}"/>
          </ac:spMkLst>
        </pc:spChg>
        <pc:spChg chg="add del mod">
          <ac:chgData name="kousuke yamamoto" userId="516c4d66ab16f868" providerId="LiveId" clId="{6DE8346A-485C-46ED-AFC0-899DF69DB0FD}" dt="2026-10-13T06:27:11.232" v="6642" actId="113"/>
          <ac:spMkLst>
            <pc:docMk/>
            <pc:sldMk cId="1417576500" sldId="268"/>
            <ac:spMk id="4" creationId="{6840A768-F67B-4920-B60C-4E4E518CFD24}"/>
          </ac:spMkLst>
        </pc:spChg>
        <pc:spChg chg="add mod">
          <ac:chgData name="kousuke yamamoto" userId="516c4d66ab16f868" providerId="LiveId" clId="{6DE8346A-485C-46ED-AFC0-899DF69DB0FD}" dt="2026-10-13T06:12:08.150" v="6603"/>
          <ac:spMkLst>
            <pc:docMk/>
            <pc:sldMk cId="1417576500" sldId="268"/>
            <ac:spMk id="6" creationId="{D5B79190-B857-4148-AC1E-B53FB8FCBBC0}"/>
          </ac:spMkLst>
        </pc:spChg>
        <pc:spChg chg="del mod">
          <ac:chgData name="kousuke yamamoto" userId="516c4d66ab16f868" providerId="LiveId" clId="{6DE8346A-485C-46ED-AFC0-899DF69DB0FD}" dt="2026-10-13T06:11:37.915" v="6595" actId="478"/>
          <ac:spMkLst>
            <pc:docMk/>
            <pc:sldMk cId="1417576500" sldId="268"/>
            <ac:spMk id="9" creationId="{AE2D33BF-6DBF-49C0-BADC-46794B569439}"/>
          </ac:spMkLst>
        </pc:spChg>
        <pc:picChg chg="del">
          <ac:chgData name="kousuke yamamoto" userId="516c4d66ab16f868" providerId="LiveId" clId="{6DE8346A-485C-46ED-AFC0-899DF69DB0FD}" dt="2026-10-13T06:11:39.112" v="6596" actId="478"/>
          <ac:picMkLst>
            <pc:docMk/>
            <pc:sldMk cId="1417576500" sldId="268"/>
            <ac:picMk id="5" creationId="{3258D720-4F32-47AB-A04F-C0226CFDB304}"/>
          </ac:picMkLst>
        </pc:picChg>
        <pc:picChg chg="mod">
          <ac:chgData name="kousuke yamamoto" userId="516c4d66ab16f868" providerId="LiveId" clId="{6DE8346A-485C-46ED-AFC0-899DF69DB0FD}" dt="2026-10-13T06:17:25.363" v="6622" actId="14100"/>
          <ac:picMkLst>
            <pc:docMk/>
            <pc:sldMk cId="1417576500" sldId="268"/>
            <ac:picMk id="8" creationId="{E15A6B13-698C-466F-8857-1D17DD41414E}"/>
          </ac:picMkLst>
        </pc:picChg>
      </pc:sldChg>
      <pc:sldChg chg="del">
        <pc:chgData name="kousuke yamamoto" userId="516c4d66ab16f868" providerId="LiveId" clId="{6DE8346A-485C-46ED-AFC0-899DF69DB0FD}" dt="2026-10-09T03:34:51.465" v="1958" actId="2696"/>
        <pc:sldMkLst>
          <pc:docMk/>
          <pc:sldMk cId="2589915879" sldId="271"/>
        </pc:sldMkLst>
      </pc:sldChg>
      <pc:sldChg chg="ord">
        <pc:chgData name="kousuke yamamoto" userId="516c4d66ab16f868" providerId="LiveId" clId="{6DE8346A-485C-46ED-AFC0-899DF69DB0FD}" dt="2026-10-09T02:21:38.992" v="1681"/>
        <pc:sldMkLst>
          <pc:docMk/>
          <pc:sldMk cId="3929329428" sldId="273"/>
        </pc:sldMkLst>
      </pc:sldChg>
      <pc:sldChg chg="del ord">
        <pc:chgData name="kousuke yamamoto" userId="516c4d66ab16f868" providerId="LiveId" clId="{6DE8346A-485C-46ED-AFC0-899DF69DB0FD}" dt="2026-10-13T05:49:32.129" v="6509" actId="2696"/>
        <pc:sldMkLst>
          <pc:docMk/>
          <pc:sldMk cId="4151086904" sldId="274"/>
        </pc:sldMkLst>
      </pc:sldChg>
      <pc:sldChg chg="addSp delSp modSp del mod">
        <pc:chgData name="kousuke yamamoto" userId="516c4d66ab16f868" providerId="LiveId" clId="{6DE8346A-485C-46ED-AFC0-899DF69DB0FD}" dt="2026-10-09T12:48:37.279" v="2280" actId="2696"/>
        <pc:sldMkLst>
          <pc:docMk/>
          <pc:sldMk cId="1368519107" sldId="275"/>
        </pc:sldMkLst>
        <pc:spChg chg="del mod">
          <ac:chgData name="kousuke yamamoto" userId="516c4d66ab16f868" providerId="LiveId" clId="{6DE8346A-485C-46ED-AFC0-899DF69DB0FD}" dt="2026-10-09T12:47:28.407" v="2276" actId="478"/>
          <ac:spMkLst>
            <pc:docMk/>
            <pc:sldMk cId="1368519107" sldId="275"/>
            <ac:spMk id="2" creationId="{833A4E06-EE75-40A7-A1FD-D57D73A87CA8}"/>
          </ac:spMkLst>
        </pc:spChg>
        <pc:spChg chg="add del mod">
          <ac:chgData name="kousuke yamamoto" userId="516c4d66ab16f868" providerId="LiveId" clId="{6DE8346A-485C-46ED-AFC0-899DF69DB0FD}" dt="2026-10-09T05:20:19.273" v="2071" actId="478"/>
          <ac:spMkLst>
            <pc:docMk/>
            <pc:sldMk cId="1368519107" sldId="275"/>
            <ac:spMk id="3" creationId="{C5F7D07E-6853-4ABA-B72B-D02643933F6E}"/>
          </ac:spMkLst>
        </pc:spChg>
        <pc:spChg chg="add del mod">
          <ac:chgData name="kousuke yamamoto" userId="516c4d66ab16f868" providerId="LiveId" clId="{6DE8346A-485C-46ED-AFC0-899DF69DB0FD}" dt="2026-10-09T05:08:23.152" v="2037" actId="478"/>
          <ac:spMkLst>
            <pc:docMk/>
            <pc:sldMk cId="1368519107" sldId="275"/>
            <ac:spMk id="4" creationId="{8F9B1770-EAAF-4396-BE4E-2EC2F24A0BA2}"/>
          </ac:spMkLst>
        </pc:spChg>
        <pc:spChg chg="add del mod">
          <ac:chgData name="kousuke yamamoto" userId="516c4d66ab16f868" providerId="LiveId" clId="{6DE8346A-485C-46ED-AFC0-899DF69DB0FD}" dt="2026-10-09T05:17:25.130" v="2042" actId="478"/>
          <ac:spMkLst>
            <pc:docMk/>
            <pc:sldMk cId="1368519107" sldId="275"/>
            <ac:spMk id="5" creationId="{1966207F-685F-42C6-AF76-E47B5A7D9009}"/>
          </ac:spMkLst>
        </pc:spChg>
        <pc:spChg chg="add del mod">
          <ac:chgData name="kousuke yamamoto" userId="516c4d66ab16f868" providerId="LiveId" clId="{6DE8346A-485C-46ED-AFC0-899DF69DB0FD}" dt="2026-10-09T12:47:26.440" v="2275" actId="478"/>
          <ac:spMkLst>
            <pc:docMk/>
            <pc:sldMk cId="1368519107" sldId="275"/>
            <ac:spMk id="5" creationId="{D3FE8516-238B-46CF-8688-9A3B65E1B565}"/>
          </ac:spMkLst>
        </pc:spChg>
        <pc:spChg chg="add del mod">
          <ac:chgData name="kousuke yamamoto" userId="516c4d66ab16f868" providerId="LiveId" clId="{6DE8346A-485C-46ED-AFC0-899DF69DB0FD}" dt="2026-10-09T12:42:31.403" v="2270" actId="478"/>
          <ac:spMkLst>
            <pc:docMk/>
            <pc:sldMk cId="1368519107" sldId="275"/>
            <ac:spMk id="9" creationId="{E57BC648-1C3D-4B10-9702-CCBBD3CCF227}"/>
          </ac:spMkLst>
        </pc:spChg>
        <pc:graphicFrameChg chg="add del mod">
          <ac:chgData name="kousuke yamamoto" userId="516c4d66ab16f868" providerId="LiveId" clId="{6DE8346A-485C-46ED-AFC0-899DF69DB0FD}" dt="2026-10-09T05:17:37.543" v="2045" actId="478"/>
          <ac:graphicFrameMkLst>
            <pc:docMk/>
            <pc:sldMk cId="1368519107" sldId="275"/>
            <ac:graphicFrameMk id="6" creationId="{9F5A948C-2E6E-466B-A8D2-C88091C0FCB6}"/>
          </ac:graphicFrameMkLst>
        </pc:graphicFrameChg>
        <pc:graphicFrameChg chg="add del mod modGraphic">
          <ac:chgData name="kousuke yamamoto" userId="516c4d66ab16f868" providerId="LiveId" clId="{6DE8346A-485C-46ED-AFC0-899DF69DB0FD}" dt="2026-10-09T12:42:29.044" v="2269" actId="478"/>
          <ac:graphicFrameMkLst>
            <pc:docMk/>
            <pc:sldMk cId="1368519107" sldId="275"/>
            <ac:graphicFrameMk id="7" creationId="{4244249A-4FE8-4664-93D1-2023B20E2F95}"/>
          </ac:graphicFrameMkLst>
        </pc:graphicFrameChg>
        <pc:picChg chg="del mod">
          <ac:chgData name="kousuke yamamoto" userId="516c4d66ab16f868" providerId="LiveId" clId="{6DE8346A-485C-46ED-AFC0-899DF69DB0FD}" dt="2026-10-08T05:41:48.719" v="22" actId="478"/>
          <ac:picMkLst>
            <pc:docMk/>
            <pc:sldMk cId="1368519107" sldId="275"/>
            <ac:picMk id="6" creationId="{66BC014B-14C2-4592-BF96-484CACF5DD74}"/>
          </ac:picMkLst>
        </pc:picChg>
        <pc:picChg chg="add del mod">
          <ac:chgData name="kousuke yamamoto" userId="516c4d66ab16f868" providerId="LiveId" clId="{6DE8346A-485C-46ED-AFC0-899DF69DB0FD}" dt="2026-10-09T05:18:54.387" v="2054" actId="478"/>
          <ac:picMkLst>
            <pc:docMk/>
            <pc:sldMk cId="1368519107" sldId="275"/>
            <ac:picMk id="11" creationId="{AA1079FB-A277-4A75-90D3-4ECC503780E4}"/>
          </ac:picMkLst>
        </pc:picChg>
      </pc:sldChg>
      <pc:sldChg chg="delSp modSp del mod">
        <pc:chgData name="kousuke yamamoto" userId="516c4d66ab16f868" providerId="LiveId" clId="{6DE8346A-485C-46ED-AFC0-899DF69DB0FD}" dt="2026-10-13T06:16:11.309" v="6610" actId="2696"/>
        <pc:sldMkLst>
          <pc:docMk/>
          <pc:sldMk cId="2174802983" sldId="276"/>
        </pc:sldMkLst>
        <pc:spChg chg="mod">
          <ac:chgData name="kousuke yamamoto" userId="516c4d66ab16f868" providerId="LiveId" clId="{6DE8346A-485C-46ED-AFC0-899DF69DB0FD}" dt="2026-10-13T03:23:33.003" v="6346" actId="113"/>
          <ac:spMkLst>
            <pc:docMk/>
            <pc:sldMk cId="2174802983" sldId="276"/>
            <ac:spMk id="4" creationId="{A84147B3-AEFB-4ABF-A40D-9EB6200E68C3}"/>
          </ac:spMkLst>
        </pc:spChg>
        <pc:picChg chg="del mod">
          <ac:chgData name="kousuke yamamoto" userId="516c4d66ab16f868" providerId="LiveId" clId="{6DE8346A-485C-46ED-AFC0-899DF69DB0FD}" dt="2026-10-13T06:11:43.204" v="6597" actId="478"/>
          <ac:picMkLst>
            <pc:docMk/>
            <pc:sldMk cId="2174802983" sldId="276"/>
            <ac:picMk id="3" creationId="{042B6202-40C1-4F10-B7F8-05F0C96734AB}"/>
          </ac:picMkLst>
        </pc:picChg>
      </pc:sldChg>
      <pc:sldChg chg="addSp delSp modSp new mod ord">
        <pc:chgData name="kousuke yamamoto" userId="516c4d66ab16f868" providerId="LiveId" clId="{6DE8346A-485C-46ED-AFC0-899DF69DB0FD}" dt="2026-10-11T05:44:42.397" v="4002" actId="113"/>
        <pc:sldMkLst>
          <pc:docMk/>
          <pc:sldMk cId="382720745" sldId="277"/>
        </pc:sldMkLst>
        <pc:spChg chg="add mod">
          <ac:chgData name="kousuke yamamoto" userId="516c4d66ab16f868" providerId="LiveId" clId="{6DE8346A-485C-46ED-AFC0-899DF69DB0FD}" dt="2026-10-11T05:44:39.308" v="4001" actId="113"/>
          <ac:spMkLst>
            <pc:docMk/>
            <pc:sldMk cId="382720745" sldId="277"/>
            <ac:spMk id="2" creationId="{10C561F1-FDA6-4832-85FC-55DECA0C810B}"/>
          </ac:spMkLst>
        </pc:spChg>
        <pc:spChg chg="add del mod">
          <ac:chgData name="kousuke yamamoto" userId="516c4d66ab16f868" providerId="LiveId" clId="{6DE8346A-485C-46ED-AFC0-899DF69DB0FD}" dt="2026-10-09T12:56:34.319" v="2352" actId="478"/>
          <ac:spMkLst>
            <pc:docMk/>
            <pc:sldMk cId="382720745" sldId="277"/>
            <ac:spMk id="3" creationId="{1A2A2439-F20D-4A0D-85A6-8513428FFDF8}"/>
          </ac:spMkLst>
        </pc:spChg>
        <pc:spChg chg="add del mod">
          <ac:chgData name="kousuke yamamoto" userId="516c4d66ab16f868" providerId="LiveId" clId="{6DE8346A-485C-46ED-AFC0-899DF69DB0FD}" dt="2026-10-09T12:55:42.733" v="2342" actId="11529"/>
          <ac:spMkLst>
            <pc:docMk/>
            <pc:sldMk cId="382720745" sldId="277"/>
            <ac:spMk id="4" creationId="{DDCD06FD-BF9A-49B6-BE82-91D0A3B2553F}"/>
          </ac:spMkLst>
        </pc:spChg>
        <pc:spChg chg="add del mod">
          <ac:chgData name="kousuke yamamoto" userId="516c4d66ab16f868" providerId="LiveId" clId="{6DE8346A-485C-46ED-AFC0-899DF69DB0FD}" dt="2026-10-09T12:55:38.332" v="2336"/>
          <ac:spMkLst>
            <pc:docMk/>
            <pc:sldMk cId="382720745" sldId="277"/>
            <ac:spMk id="5" creationId="{FDDA939F-D795-4722-A7E5-9FED6861BEC9}"/>
          </ac:spMkLst>
        </pc:spChg>
        <pc:spChg chg="add mod">
          <ac:chgData name="kousuke yamamoto" userId="516c4d66ab16f868" providerId="LiveId" clId="{6DE8346A-485C-46ED-AFC0-899DF69DB0FD}" dt="2026-10-11T05:44:42.397" v="4002" actId="113"/>
          <ac:spMkLst>
            <pc:docMk/>
            <pc:sldMk cId="382720745" sldId="277"/>
            <ac:spMk id="6" creationId="{D163804E-FE2A-4C2D-BEFD-F4BD29373D26}"/>
          </ac:spMkLst>
        </pc:spChg>
      </pc:sldChg>
      <pc:sldChg chg="new del">
        <pc:chgData name="kousuke yamamoto" userId="516c4d66ab16f868" providerId="LiveId" clId="{6DE8346A-485C-46ED-AFC0-899DF69DB0FD}" dt="2026-10-09T02:49:36.421" v="1709" actId="680"/>
        <pc:sldMkLst>
          <pc:docMk/>
          <pc:sldMk cId="1692552182" sldId="277"/>
        </pc:sldMkLst>
      </pc:sldChg>
      <pc:sldChg chg="del">
        <pc:chgData name="kousuke yamamoto" userId="516c4d66ab16f868" providerId="LiveId" clId="{6DE8346A-485C-46ED-AFC0-899DF69DB0FD}" dt="2026-10-08T05:46:11.621" v="159" actId="2696"/>
        <pc:sldMkLst>
          <pc:docMk/>
          <pc:sldMk cId="3007763323" sldId="277"/>
        </pc:sldMkLst>
      </pc:sldChg>
      <pc:sldChg chg="del">
        <pc:chgData name="kousuke yamamoto" userId="516c4d66ab16f868" providerId="LiveId" clId="{6DE8346A-485C-46ED-AFC0-899DF69DB0FD}" dt="2026-10-08T05:46:08.684" v="158" actId="2696"/>
        <pc:sldMkLst>
          <pc:docMk/>
          <pc:sldMk cId="1752989940" sldId="278"/>
        </pc:sldMkLst>
      </pc:sldChg>
      <pc:sldChg chg="new del">
        <pc:chgData name="kousuke yamamoto" userId="516c4d66ab16f868" providerId="LiveId" clId="{6DE8346A-485C-46ED-AFC0-899DF69DB0FD}" dt="2026-10-09T03:02:58.079" v="1722" actId="680"/>
        <pc:sldMkLst>
          <pc:docMk/>
          <pc:sldMk cId="2089400257" sldId="278"/>
        </pc:sldMkLst>
      </pc:sldChg>
      <pc:sldChg chg="addSp delSp modSp new mod ord">
        <pc:chgData name="kousuke yamamoto" userId="516c4d66ab16f868" providerId="LiveId" clId="{6DE8346A-485C-46ED-AFC0-899DF69DB0FD}" dt="2026-10-11T05:44:59.112" v="4006" actId="113"/>
        <pc:sldMkLst>
          <pc:docMk/>
          <pc:sldMk cId="2551302883" sldId="278"/>
        </pc:sldMkLst>
        <pc:spChg chg="add del mod">
          <ac:chgData name="kousuke yamamoto" userId="516c4d66ab16f868" providerId="LiveId" clId="{6DE8346A-485C-46ED-AFC0-899DF69DB0FD}" dt="2026-10-09T13:38:56.025" v="2796" actId="478"/>
          <ac:spMkLst>
            <pc:docMk/>
            <pc:sldMk cId="2551302883" sldId="278"/>
            <ac:spMk id="2" creationId="{5773371A-AA28-45D5-8571-20B2063105D8}"/>
          </ac:spMkLst>
        </pc:spChg>
        <pc:spChg chg="add mod">
          <ac:chgData name="kousuke yamamoto" userId="516c4d66ab16f868" providerId="LiveId" clId="{6DE8346A-485C-46ED-AFC0-899DF69DB0FD}" dt="2026-10-11T05:44:55.837" v="4005" actId="113"/>
          <ac:spMkLst>
            <pc:docMk/>
            <pc:sldMk cId="2551302883" sldId="278"/>
            <ac:spMk id="3" creationId="{60637463-A11F-4928-B973-6183D9E8405A}"/>
          </ac:spMkLst>
        </pc:spChg>
        <pc:spChg chg="add mod">
          <ac:chgData name="kousuke yamamoto" userId="516c4d66ab16f868" providerId="LiveId" clId="{6DE8346A-485C-46ED-AFC0-899DF69DB0FD}" dt="2026-10-11T05:44:59.112" v="4006" actId="113"/>
          <ac:spMkLst>
            <pc:docMk/>
            <pc:sldMk cId="2551302883" sldId="278"/>
            <ac:spMk id="4" creationId="{6BB50608-2057-42C2-A303-D9128A05C20D}"/>
          </ac:spMkLst>
        </pc:spChg>
      </pc:sldChg>
      <pc:sldChg chg="addSp modSp new del mod">
        <pc:chgData name="kousuke yamamoto" userId="516c4d66ab16f868" providerId="LiveId" clId="{6DE8346A-485C-46ED-AFC0-899DF69DB0FD}" dt="2026-10-08T12:36:31.237" v="348" actId="47"/>
        <pc:sldMkLst>
          <pc:docMk/>
          <pc:sldMk cId="1962656290" sldId="279"/>
        </pc:sldMkLst>
        <pc:picChg chg="add mod">
          <ac:chgData name="kousuke yamamoto" userId="516c4d66ab16f868" providerId="LiveId" clId="{6DE8346A-485C-46ED-AFC0-899DF69DB0FD}" dt="2026-10-08T05:42:17.799" v="30" actId="14100"/>
          <ac:picMkLst>
            <pc:docMk/>
            <pc:sldMk cId="1962656290" sldId="279"/>
            <ac:picMk id="3" creationId="{9B8D7499-89A9-4865-84E7-6AE73E2E1E83}"/>
          </ac:picMkLst>
        </pc:picChg>
      </pc:sldChg>
      <pc:sldChg chg="addSp delSp modSp new mod ord">
        <pc:chgData name="kousuke yamamoto" userId="516c4d66ab16f868" providerId="LiveId" clId="{6DE8346A-485C-46ED-AFC0-899DF69DB0FD}" dt="2026-10-12T23:31:54.828" v="4974" actId="20577"/>
        <pc:sldMkLst>
          <pc:docMk/>
          <pc:sldMk cId="2926906715" sldId="279"/>
        </pc:sldMkLst>
        <pc:spChg chg="add del mod">
          <ac:chgData name="kousuke yamamoto" userId="516c4d66ab16f868" providerId="LiveId" clId="{6DE8346A-485C-46ED-AFC0-899DF69DB0FD}" dt="2026-10-09T14:16:50.573" v="3208" actId="478"/>
          <ac:spMkLst>
            <pc:docMk/>
            <pc:sldMk cId="2926906715" sldId="279"/>
            <ac:spMk id="2" creationId="{8F0EC594-8151-455A-AF1C-6B992DC4EC4D}"/>
          </ac:spMkLst>
        </pc:spChg>
        <pc:spChg chg="add del mod">
          <ac:chgData name="kousuke yamamoto" userId="516c4d66ab16f868" providerId="LiveId" clId="{6DE8346A-485C-46ED-AFC0-899DF69DB0FD}" dt="2026-10-12T08:23:28.220" v="4176" actId="478"/>
          <ac:spMkLst>
            <pc:docMk/>
            <pc:sldMk cId="2926906715" sldId="279"/>
            <ac:spMk id="2" creationId="{B02380AE-DD14-45D6-8AD4-0D35F12FA3BB}"/>
          </ac:spMkLst>
        </pc:spChg>
        <pc:spChg chg="add del mod">
          <ac:chgData name="kousuke yamamoto" userId="516c4d66ab16f868" providerId="LiveId" clId="{6DE8346A-485C-46ED-AFC0-899DF69DB0FD}" dt="2026-10-09T14:16:51.379" v="3209" actId="478"/>
          <ac:spMkLst>
            <pc:docMk/>
            <pc:sldMk cId="2926906715" sldId="279"/>
            <ac:spMk id="3" creationId="{77842DAE-5932-4AFF-9548-B70591102CC6}"/>
          </ac:spMkLst>
        </pc:spChg>
        <pc:spChg chg="add mod">
          <ac:chgData name="kousuke yamamoto" userId="516c4d66ab16f868" providerId="LiveId" clId="{6DE8346A-485C-46ED-AFC0-899DF69DB0FD}" dt="2026-10-12T07:43:42.166" v="4084" actId="2711"/>
          <ac:spMkLst>
            <pc:docMk/>
            <pc:sldMk cId="2926906715" sldId="279"/>
            <ac:spMk id="3" creationId="{DD1DD4BE-C356-467C-9719-92E83D8B957E}"/>
          </ac:spMkLst>
        </pc:spChg>
        <pc:spChg chg="add mod">
          <ac:chgData name="kousuke yamamoto" userId="516c4d66ab16f868" providerId="LiveId" clId="{6DE8346A-485C-46ED-AFC0-899DF69DB0FD}" dt="2026-10-12T07:36:27.673" v="4015" actId="113"/>
          <ac:spMkLst>
            <pc:docMk/>
            <pc:sldMk cId="2926906715" sldId="279"/>
            <ac:spMk id="4" creationId="{10537C25-B255-4A44-98EA-43A8BB003341}"/>
          </ac:spMkLst>
        </pc:spChg>
        <pc:spChg chg="add mod">
          <ac:chgData name="kousuke yamamoto" userId="516c4d66ab16f868" providerId="LiveId" clId="{6DE8346A-485C-46ED-AFC0-899DF69DB0FD}" dt="2026-10-12T08:38:43.634" v="4360" actId="1076"/>
          <ac:spMkLst>
            <pc:docMk/>
            <pc:sldMk cId="2926906715" sldId="279"/>
            <ac:spMk id="5" creationId="{8267D029-82F1-49A8-82D6-F81DDEE17C3E}"/>
          </ac:spMkLst>
        </pc:spChg>
        <pc:spChg chg="add mod">
          <ac:chgData name="kousuke yamamoto" userId="516c4d66ab16f868" providerId="LiveId" clId="{6DE8346A-485C-46ED-AFC0-899DF69DB0FD}" dt="2026-10-12T08:38:15.009" v="4350" actId="1076"/>
          <ac:spMkLst>
            <pc:docMk/>
            <pc:sldMk cId="2926906715" sldId="279"/>
            <ac:spMk id="6" creationId="{1758042D-F89C-402E-A628-CC6409B99283}"/>
          </ac:spMkLst>
        </pc:spChg>
        <pc:spChg chg="add mod">
          <ac:chgData name="kousuke yamamoto" userId="516c4d66ab16f868" providerId="LiveId" clId="{6DE8346A-485C-46ED-AFC0-899DF69DB0FD}" dt="2026-10-12T08:39:02.416" v="4362" actId="1076"/>
          <ac:spMkLst>
            <pc:docMk/>
            <pc:sldMk cId="2926906715" sldId="279"/>
            <ac:spMk id="7" creationId="{BBB4A214-41C3-45F9-9B3E-546EE27161F1}"/>
          </ac:spMkLst>
        </pc:spChg>
        <pc:spChg chg="add del mod">
          <ac:chgData name="kousuke yamamoto" userId="516c4d66ab16f868" providerId="LiveId" clId="{6DE8346A-485C-46ED-AFC0-899DF69DB0FD}" dt="2026-10-12T07:42:21.385" v="4049" actId="478"/>
          <ac:spMkLst>
            <pc:docMk/>
            <pc:sldMk cId="2926906715" sldId="279"/>
            <ac:spMk id="8" creationId="{5EF6BB7D-F535-4DF1-9CC4-C63463B50B3B}"/>
          </ac:spMkLst>
        </pc:spChg>
        <pc:spChg chg="add del mod">
          <ac:chgData name="kousuke yamamoto" userId="516c4d66ab16f868" providerId="LiveId" clId="{6DE8346A-485C-46ED-AFC0-899DF69DB0FD}" dt="2026-10-12T08:30:38.385" v="4232" actId="478"/>
          <ac:spMkLst>
            <pc:docMk/>
            <pc:sldMk cId="2926906715" sldId="279"/>
            <ac:spMk id="9" creationId="{1CC6C662-B4AF-434D-8D75-F3A5F21F9506}"/>
          </ac:spMkLst>
        </pc:spChg>
        <pc:spChg chg="add del mod">
          <ac:chgData name="kousuke yamamoto" userId="516c4d66ab16f868" providerId="LiveId" clId="{6DE8346A-485C-46ED-AFC0-899DF69DB0FD}" dt="2026-10-12T08:30:34.295" v="4231" actId="478"/>
          <ac:spMkLst>
            <pc:docMk/>
            <pc:sldMk cId="2926906715" sldId="279"/>
            <ac:spMk id="10" creationId="{23E6F18B-8217-4378-990A-DD6E34CDCA8E}"/>
          </ac:spMkLst>
        </pc:spChg>
        <pc:spChg chg="add mod">
          <ac:chgData name="kousuke yamamoto" userId="516c4d66ab16f868" providerId="LiveId" clId="{6DE8346A-485C-46ED-AFC0-899DF69DB0FD}" dt="2026-10-12T08:38:56.119" v="4361" actId="1076"/>
          <ac:spMkLst>
            <pc:docMk/>
            <pc:sldMk cId="2926906715" sldId="279"/>
            <ac:spMk id="11" creationId="{3FD84B9B-BDBA-4112-9C43-EC7761E23D27}"/>
          </ac:spMkLst>
        </pc:spChg>
        <pc:spChg chg="add del mod">
          <ac:chgData name="kousuke yamamoto" userId="516c4d66ab16f868" providerId="LiveId" clId="{6DE8346A-485C-46ED-AFC0-899DF69DB0FD}" dt="2026-10-12T08:31:15.187" v="4234" actId="478"/>
          <ac:spMkLst>
            <pc:docMk/>
            <pc:sldMk cId="2926906715" sldId="279"/>
            <ac:spMk id="12" creationId="{8947768E-54CC-4161-BEBA-C6A8E7B6D0D2}"/>
          </ac:spMkLst>
        </pc:spChg>
        <pc:spChg chg="add del mod">
          <ac:chgData name="kousuke yamamoto" userId="516c4d66ab16f868" providerId="LiveId" clId="{6DE8346A-485C-46ED-AFC0-899DF69DB0FD}" dt="2026-10-12T08:31:32.479" v="4236" actId="478"/>
          <ac:spMkLst>
            <pc:docMk/>
            <pc:sldMk cId="2926906715" sldId="279"/>
            <ac:spMk id="13" creationId="{5D408E17-1688-41B3-86F2-F016DF238A77}"/>
          </ac:spMkLst>
        </pc:spChg>
        <pc:spChg chg="add mod">
          <ac:chgData name="kousuke yamamoto" userId="516c4d66ab16f868" providerId="LiveId" clId="{6DE8346A-485C-46ED-AFC0-899DF69DB0FD}" dt="2026-10-12T23:31:54.828" v="4974" actId="20577"/>
          <ac:spMkLst>
            <pc:docMk/>
            <pc:sldMk cId="2926906715" sldId="279"/>
            <ac:spMk id="14" creationId="{18B5AFD7-04DE-4FE7-AEF2-C5307E96DF27}"/>
          </ac:spMkLst>
        </pc:spChg>
        <pc:spChg chg="add mod">
          <ac:chgData name="kousuke yamamoto" userId="516c4d66ab16f868" providerId="LiveId" clId="{6DE8346A-485C-46ED-AFC0-899DF69DB0FD}" dt="2026-10-12T08:51:20.214" v="4418" actId="1076"/>
          <ac:spMkLst>
            <pc:docMk/>
            <pc:sldMk cId="2926906715" sldId="279"/>
            <ac:spMk id="15" creationId="{2088A916-F0BF-4FAA-AB26-AF2808EF7C33}"/>
          </ac:spMkLst>
        </pc:spChg>
        <pc:spChg chg="add del mod">
          <ac:chgData name="kousuke yamamoto" userId="516c4d66ab16f868" providerId="LiveId" clId="{6DE8346A-485C-46ED-AFC0-899DF69DB0FD}" dt="2026-10-12T07:42:23.588" v="4050" actId="478"/>
          <ac:spMkLst>
            <pc:docMk/>
            <pc:sldMk cId="2926906715" sldId="279"/>
            <ac:spMk id="16" creationId="{94703F0B-0B47-4D42-94B3-90CB2D38E9D2}"/>
          </ac:spMkLst>
        </pc:spChg>
        <pc:spChg chg="add mod">
          <ac:chgData name="kousuke yamamoto" userId="516c4d66ab16f868" providerId="LiveId" clId="{6DE8346A-485C-46ED-AFC0-899DF69DB0FD}" dt="2026-10-12T08:51:39.250" v="4422" actId="1076"/>
          <ac:spMkLst>
            <pc:docMk/>
            <pc:sldMk cId="2926906715" sldId="279"/>
            <ac:spMk id="17" creationId="{52CE8A92-8BED-4F2E-BF82-485A11D7F5F9}"/>
          </ac:spMkLst>
        </pc:spChg>
        <pc:spChg chg="add mod">
          <ac:chgData name="kousuke yamamoto" userId="516c4d66ab16f868" providerId="LiveId" clId="{6DE8346A-485C-46ED-AFC0-899DF69DB0FD}" dt="2026-10-12T08:39:51.228" v="4371" actId="1076"/>
          <ac:spMkLst>
            <pc:docMk/>
            <pc:sldMk cId="2926906715" sldId="279"/>
            <ac:spMk id="18" creationId="{F2D6FF40-2A08-4B39-9920-A8861A30258A}"/>
          </ac:spMkLst>
        </pc:spChg>
        <pc:spChg chg="add mod">
          <ac:chgData name="kousuke yamamoto" userId="516c4d66ab16f868" providerId="LiveId" clId="{6DE8346A-485C-46ED-AFC0-899DF69DB0FD}" dt="2026-10-12T08:51:15.421" v="4417" actId="1076"/>
          <ac:spMkLst>
            <pc:docMk/>
            <pc:sldMk cId="2926906715" sldId="279"/>
            <ac:spMk id="19" creationId="{F3D2CB7A-7A4C-40CE-8699-E3298A15018D}"/>
          </ac:spMkLst>
        </pc:spChg>
        <pc:spChg chg="add mod">
          <ac:chgData name="kousuke yamamoto" userId="516c4d66ab16f868" providerId="LiveId" clId="{6DE8346A-485C-46ED-AFC0-899DF69DB0FD}" dt="2026-10-12T08:51:33.447" v="4421" actId="1076"/>
          <ac:spMkLst>
            <pc:docMk/>
            <pc:sldMk cId="2926906715" sldId="279"/>
            <ac:spMk id="20" creationId="{9384F0A4-2439-43AE-AAF2-5A6888D025FA}"/>
          </ac:spMkLst>
        </pc:spChg>
        <pc:spChg chg="add mod">
          <ac:chgData name="kousuke yamamoto" userId="516c4d66ab16f868" providerId="LiveId" clId="{6DE8346A-485C-46ED-AFC0-899DF69DB0FD}" dt="2026-10-12T08:39:31.118" v="4370" actId="1076"/>
          <ac:spMkLst>
            <pc:docMk/>
            <pc:sldMk cId="2926906715" sldId="279"/>
            <ac:spMk id="21" creationId="{E40A7C14-4771-4FBE-B8E6-0772B7B73EFE}"/>
          </ac:spMkLst>
        </pc:spChg>
        <pc:spChg chg="add del mod">
          <ac:chgData name="kousuke yamamoto" userId="516c4d66ab16f868" providerId="LiveId" clId="{6DE8346A-485C-46ED-AFC0-899DF69DB0FD}" dt="2026-10-12T08:36:20.751" v="4320" actId="478"/>
          <ac:spMkLst>
            <pc:docMk/>
            <pc:sldMk cId="2926906715" sldId="279"/>
            <ac:spMk id="22" creationId="{0955A2AC-E656-440F-93BE-21A8BF14F8C8}"/>
          </ac:spMkLst>
        </pc:spChg>
        <pc:spChg chg="add del mod">
          <ac:chgData name="kousuke yamamoto" userId="516c4d66ab16f868" providerId="LiveId" clId="{6DE8346A-485C-46ED-AFC0-899DF69DB0FD}" dt="2026-10-12T08:36:06.201" v="4315" actId="478"/>
          <ac:spMkLst>
            <pc:docMk/>
            <pc:sldMk cId="2926906715" sldId="279"/>
            <ac:spMk id="23" creationId="{5B4E6792-175E-472F-A48A-AAA15D483622}"/>
          </ac:spMkLst>
        </pc:spChg>
        <pc:spChg chg="add mod">
          <ac:chgData name="kousuke yamamoto" userId="516c4d66ab16f868" providerId="LiveId" clId="{6DE8346A-485C-46ED-AFC0-899DF69DB0FD}" dt="2026-10-12T08:39:18.868" v="4366" actId="1076"/>
          <ac:spMkLst>
            <pc:docMk/>
            <pc:sldMk cId="2926906715" sldId="279"/>
            <ac:spMk id="24" creationId="{31208930-4B03-4392-8F71-0BF8EA847453}"/>
          </ac:spMkLst>
        </pc:spChg>
        <pc:spChg chg="add del mod">
          <ac:chgData name="kousuke yamamoto" userId="516c4d66ab16f868" providerId="LiveId" clId="{6DE8346A-485C-46ED-AFC0-899DF69DB0FD}" dt="2026-10-12T08:36:49.886" v="4332" actId="478"/>
          <ac:spMkLst>
            <pc:docMk/>
            <pc:sldMk cId="2926906715" sldId="279"/>
            <ac:spMk id="25" creationId="{E7A6F702-1F47-4803-BE2D-89218CE05EC1}"/>
          </ac:spMkLst>
        </pc:spChg>
        <pc:spChg chg="add mod">
          <ac:chgData name="kousuke yamamoto" userId="516c4d66ab16f868" providerId="LiveId" clId="{6DE8346A-485C-46ED-AFC0-899DF69DB0FD}" dt="2026-10-12T08:39:25.978" v="4369" actId="14100"/>
          <ac:spMkLst>
            <pc:docMk/>
            <pc:sldMk cId="2926906715" sldId="279"/>
            <ac:spMk id="26" creationId="{316F24BE-E1CC-43D8-9A07-75D7CEDE1045}"/>
          </ac:spMkLst>
        </pc:spChg>
        <pc:spChg chg="add mod">
          <ac:chgData name="kousuke yamamoto" userId="516c4d66ab16f868" providerId="LiveId" clId="{6DE8346A-485C-46ED-AFC0-899DF69DB0FD}" dt="2026-10-12T08:39:12.494" v="4364" actId="1076"/>
          <ac:spMkLst>
            <pc:docMk/>
            <pc:sldMk cId="2926906715" sldId="279"/>
            <ac:spMk id="27" creationId="{1BAEC4F5-FB46-46CC-81B4-53CAE8750BB4}"/>
          </ac:spMkLst>
        </pc:spChg>
        <pc:spChg chg="add mod">
          <ac:chgData name="kousuke yamamoto" userId="516c4d66ab16f868" providerId="LiveId" clId="{6DE8346A-485C-46ED-AFC0-899DF69DB0FD}" dt="2026-10-12T08:39:20.386" v="4367" actId="1076"/>
          <ac:spMkLst>
            <pc:docMk/>
            <pc:sldMk cId="2926906715" sldId="279"/>
            <ac:spMk id="28" creationId="{6D1D831D-667F-4331-95A2-8093F437FB45}"/>
          </ac:spMkLst>
        </pc:spChg>
        <pc:spChg chg="add mod">
          <ac:chgData name="kousuke yamamoto" userId="516c4d66ab16f868" providerId="LiveId" clId="{6DE8346A-485C-46ED-AFC0-899DF69DB0FD}" dt="2026-10-12T08:51:52.073" v="4424" actId="1076"/>
          <ac:spMkLst>
            <pc:docMk/>
            <pc:sldMk cId="2926906715" sldId="279"/>
            <ac:spMk id="29" creationId="{A6314B7D-5886-43B5-B779-EB183DDE69E4}"/>
          </ac:spMkLst>
        </pc:spChg>
        <pc:spChg chg="add mod">
          <ac:chgData name="kousuke yamamoto" userId="516c4d66ab16f868" providerId="LiveId" clId="{6DE8346A-485C-46ED-AFC0-899DF69DB0FD}" dt="2026-10-12T09:44:41.964" v="4426" actId="1076"/>
          <ac:spMkLst>
            <pc:docMk/>
            <pc:sldMk cId="2926906715" sldId="279"/>
            <ac:spMk id="30" creationId="{B29D1137-0091-4219-8865-AA77D1E9C5B2}"/>
          </ac:spMkLst>
        </pc:spChg>
        <pc:spChg chg="add mod">
          <ac:chgData name="kousuke yamamoto" userId="516c4d66ab16f868" providerId="LiveId" clId="{6DE8346A-485C-46ED-AFC0-899DF69DB0FD}" dt="2026-10-12T09:46:06.291" v="4453" actId="1076"/>
          <ac:spMkLst>
            <pc:docMk/>
            <pc:sldMk cId="2926906715" sldId="279"/>
            <ac:spMk id="31" creationId="{926BC562-8136-4B2B-8141-5B7D4154F3B7}"/>
          </ac:spMkLst>
        </pc:spChg>
        <pc:spChg chg="add mod">
          <ac:chgData name="kousuke yamamoto" userId="516c4d66ab16f868" providerId="LiveId" clId="{6DE8346A-485C-46ED-AFC0-899DF69DB0FD}" dt="2026-10-12T09:45:12.688" v="4431" actId="14100"/>
          <ac:spMkLst>
            <pc:docMk/>
            <pc:sldMk cId="2926906715" sldId="279"/>
            <ac:spMk id="32" creationId="{89CE9199-270B-45CA-B983-507277CE6A3D}"/>
          </ac:spMkLst>
        </pc:spChg>
        <pc:spChg chg="add mod">
          <ac:chgData name="kousuke yamamoto" userId="516c4d66ab16f868" providerId="LiveId" clId="{6DE8346A-485C-46ED-AFC0-899DF69DB0FD}" dt="2026-10-12T09:45:26.102" v="4433" actId="1076"/>
          <ac:spMkLst>
            <pc:docMk/>
            <pc:sldMk cId="2926906715" sldId="279"/>
            <ac:spMk id="33" creationId="{16512CC9-62D8-49A9-87F6-9559496D928D}"/>
          </ac:spMkLst>
        </pc:spChg>
        <pc:spChg chg="add mod">
          <ac:chgData name="kousuke yamamoto" userId="516c4d66ab16f868" providerId="LiveId" clId="{6DE8346A-485C-46ED-AFC0-899DF69DB0FD}" dt="2026-10-12T09:49:07.651" v="4634" actId="20577"/>
          <ac:spMkLst>
            <pc:docMk/>
            <pc:sldMk cId="2926906715" sldId="279"/>
            <ac:spMk id="34" creationId="{21AC332D-E2FD-4164-B08A-E5D595581D4E}"/>
          </ac:spMkLst>
        </pc:spChg>
        <pc:spChg chg="add mod">
          <ac:chgData name="kousuke yamamoto" userId="516c4d66ab16f868" providerId="LiveId" clId="{6DE8346A-485C-46ED-AFC0-899DF69DB0FD}" dt="2026-10-12T09:51:01.011" v="4794" actId="20577"/>
          <ac:spMkLst>
            <pc:docMk/>
            <pc:sldMk cId="2926906715" sldId="279"/>
            <ac:spMk id="35" creationId="{C85B3FC4-17F4-440E-979F-7473462E7AD7}"/>
          </ac:spMkLst>
        </pc:spChg>
      </pc:sldChg>
      <pc:sldChg chg="addSp delSp modSp new mod">
        <pc:chgData name="kousuke yamamoto" userId="516c4d66ab16f868" providerId="LiveId" clId="{6DE8346A-485C-46ED-AFC0-899DF69DB0FD}" dt="2026-10-11T05:45:34.010" v="4012" actId="113"/>
        <pc:sldMkLst>
          <pc:docMk/>
          <pc:sldMk cId="408407700" sldId="280"/>
        </pc:sldMkLst>
        <pc:spChg chg="add mod">
          <ac:chgData name="kousuke yamamoto" userId="516c4d66ab16f868" providerId="LiveId" clId="{6DE8346A-485C-46ED-AFC0-899DF69DB0FD}" dt="2026-10-11T05:45:14.791" v="4009" actId="113"/>
          <ac:spMkLst>
            <pc:docMk/>
            <pc:sldMk cId="408407700" sldId="280"/>
            <ac:spMk id="2" creationId="{00D4C209-54CC-4332-B0F8-CC6C09EB4A23}"/>
          </ac:spMkLst>
        </pc:spChg>
        <pc:spChg chg="add mod">
          <ac:chgData name="kousuke yamamoto" userId="516c4d66ab16f868" providerId="LiveId" clId="{6DE8346A-485C-46ED-AFC0-899DF69DB0FD}" dt="2026-10-11T05:45:34.010" v="4012" actId="113"/>
          <ac:spMkLst>
            <pc:docMk/>
            <pc:sldMk cId="408407700" sldId="280"/>
            <ac:spMk id="3" creationId="{2A801DE5-A2A9-4D03-83C9-3FF17D964086}"/>
          </ac:spMkLst>
        </pc:spChg>
        <pc:spChg chg="add del mod">
          <ac:chgData name="kousuke yamamoto" userId="516c4d66ab16f868" providerId="LiveId" clId="{6DE8346A-485C-46ED-AFC0-899DF69DB0FD}" dt="2026-10-11T04:26:45.215" v="3312"/>
          <ac:spMkLst>
            <pc:docMk/>
            <pc:sldMk cId="408407700" sldId="280"/>
            <ac:spMk id="4" creationId="{E89D7147-0353-442D-B93E-2741858486BF}"/>
          </ac:spMkLst>
        </pc:spChg>
        <pc:spChg chg="add del mod">
          <ac:chgData name="kousuke yamamoto" userId="516c4d66ab16f868" providerId="LiveId" clId="{6DE8346A-485C-46ED-AFC0-899DF69DB0FD}" dt="2026-10-11T04:55:43.776" v="3668"/>
          <ac:spMkLst>
            <pc:docMk/>
            <pc:sldMk cId="408407700" sldId="280"/>
            <ac:spMk id="5" creationId="{5E8D283A-3EE3-4C7A-9B79-B0C3AD27A46B}"/>
          </ac:spMkLst>
        </pc:spChg>
        <pc:spChg chg="add mod">
          <ac:chgData name="kousuke yamamoto" userId="516c4d66ab16f868" providerId="LiveId" clId="{6DE8346A-485C-46ED-AFC0-899DF69DB0FD}" dt="2026-10-11T05:45:21.500" v="4010" actId="113"/>
          <ac:spMkLst>
            <pc:docMk/>
            <pc:sldMk cId="408407700" sldId="280"/>
            <ac:spMk id="6" creationId="{2CE68979-F253-4145-973B-0146BC1E3A27}"/>
          </ac:spMkLst>
        </pc:spChg>
        <pc:spChg chg="add del mod">
          <ac:chgData name="kousuke yamamoto" userId="516c4d66ab16f868" providerId="LiveId" clId="{6DE8346A-485C-46ED-AFC0-899DF69DB0FD}" dt="2026-10-11T04:57:09.218" v="3691" actId="478"/>
          <ac:spMkLst>
            <pc:docMk/>
            <pc:sldMk cId="408407700" sldId="280"/>
            <ac:spMk id="7" creationId="{135A7AF6-B999-4A02-A115-167D8C5C25D8}"/>
          </ac:spMkLst>
        </pc:spChg>
        <pc:spChg chg="add mod">
          <ac:chgData name="kousuke yamamoto" userId="516c4d66ab16f868" providerId="LiveId" clId="{6DE8346A-485C-46ED-AFC0-899DF69DB0FD}" dt="2026-10-11T05:45:26.622" v="4011" actId="113"/>
          <ac:spMkLst>
            <pc:docMk/>
            <pc:sldMk cId="408407700" sldId="280"/>
            <ac:spMk id="8" creationId="{596669D6-91F4-4E3B-9A9A-A780CD713927}"/>
          </ac:spMkLst>
        </pc:spChg>
        <pc:spChg chg="add mod">
          <ac:chgData name="kousuke yamamoto" userId="516c4d66ab16f868" providerId="LiveId" clId="{6DE8346A-485C-46ED-AFC0-899DF69DB0FD}" dt="2026-10-11T05:00:54.625" v="3719" actId="14100"/>
          <ac:spMkLst>
            <pc:docMk/>
            <pc:sldMk cId="408407700" sldId="280"/>
            <ac:spMk id="9" creationId="{C128F9EF-9FB7-4871-8A9F-8C13C99E5C3F}"/>
          </ac:spMkLst>
        </pc:spChg>
        <pc:spChg chg="add mod">
          <ac:chgData name="kousuke yamamoto" userId="516c4d66ab16f868" providerId="LiveId" clId="{6DE8346A-485C-46ED-AFC0-899DF69DB0FD}" dt="2026-10-11T05:01:07.163" v="3722" actId="14100"/>
          <ac:spMkLst>
            <pc:docMk/>
            <pc:sldMk cId="408407700" sldId="280"/>
            <ac:spMk id="10" creationId="{C038B833-6FB6-4417-935E-96FB8B4897CC}"/>
          </ac:spMkLst>
        </pc:spChg>
      </pc:sldChg>
      <pc:sldChg chg="addSp delSp modSp new del mod ord">
        <pc:chgData name="kousuke yamamoto" userId="516c4d66ab16f868" providerId="LiveId" clId="{6DE8346A-485C-46ED-AFC0-899DF69DB0FD}" dt="2026-10-09T13:12:01.532" v="2424" actId="47"/>
        <pc:sldMkLst>
          <pc:docMk/>
          <pc:sldMk cId="536835702" sldId="280"/>
        </pc:sldMkLst>
        <pc:spChg chg="add del mod">
          <ac:chgData name="kousuke yamamoto" userId="516c4d66ab16f868" providerId="LiveId" clId="{6DE8346A-485C-46ED-AFC0-899DF69DB0FD}" dt="2026-10-09T12:51:58.328" v="2303" actId="478"/>
          <ac:spMkLst>
            <pc:docMk/>
            <pc:sldMk cId="536835702" sldId="280"/>
            <ac:spMk id="2" creationId="{6E167AD7-0604-4FC4-A723-222F2B67D7BD}"/>
          </ac:spMkLst>
        </pc:spChg>
        <pc:spChg chg="add mod">
          <ac:chgData name="kousuke yamamoto" userId="516c4d66ab16f868" providerId="LiveId" clId="{6DE8346A-485C-46ED-AFC0-899DF69DB0FD}" dt="2026-10-09T12:52:04.604" v="2317" actId="20577"/>
          <ac:spMkLst>
            <pc:docMk/>
            <pc:sldMk cId="536835702" sldId="280"/>
            <ac:spMk id="3" creationId="{0344B4A1-3C79-47F6-B0A4-828BD9A336F7}"/>
          </ac:spMkLst>
        </pc:spChg>
      </pc:sldChg>
      <pc:sldChg chg="addSp delSp modSp new del mod">
        <pc:chgData name="kousuke yamamoto" userId="516c4d66ab16f868" providerId="LiveId" clId="{6DE8346A-485C-46ED-AFC0-899DF69DB0FD}" dt="2026-10-09T12:48:41.123" v="2282" actId="2696"/>
        <pc:sldMkLst>
          <pc:docMk/>
          <pc:sldMk cId="1833322914" sldId="281"/>
        </pc:sldMkLst>
        <pc:spChg chg="add del mod">
          <ac:chgData name="kousuke yamamoto" userId="516c4d66ab16f868" providerId="LiveId" clId="{6DE8346A-485C-46ED-AFC0-899DF69DB0FD}" dt="2026-10-09T05:26:21.355" v="2083" actId="478"/>
          <ac:spMkLst>
            <pc:docMk/>
            <pc:sldMk cId="1833322914" sldId="281"/>
            <ac:spMk id="2" creationId="{E5023BBA-ACDA-4ED5-B55F-EBFFD965F900}"/>
          </ac:spMkLst>
        </pc:spChg>
        <pc:picChg chg="add del mod">
          <ac:chgData name="kousuke yamamoto" userId="516c4d66ab16f868" providerId="LiveId" clId="{6DE8346A-485C-46ED-AFC0-899DF69DB0FD}" dt="2026-10-09T12:42:25.207" v="2268" actId="478"/>
          <ac:picMkLst>
            <pc:docMk/>
            <pc:sldMk cId="1833322914" sldId="281"/>
            <ac:picMk id="4" creationId="{8458E257-759A-452C-8936-181DEBCDAD0B}"/>
          </ac:picMkLst>
        </pc:picChg>
      </pc:sldChg>
      <pc:sldChg chg="addSp modSp new mod modAnim">
        <pc:chgData name="kousuke yamamoto" userId="516c4d66ab16f868" providerId="LiveId" clId="{6DE8346A-485C-46ED-AFC0-899DF69DB0FD}" dt="2026-10-11T05:45:42.308" v="4014" actId="113"/>
        <pc:sldMkLst>
          <pc:docMk/>
          <pc:sldMk cId="2970797001" sldId="281"/>
        </pc:sldMkLst>
        <pc:spChg chg="add mod">
          <ac:chgData name="kousuke yamamoto" userId="516c4d66ab16f868" providerId="LiveId" clId="{6DE8346A-485C-46ED-AFC0-899DF69DB0FD}" dt="2026-10-11T05:45:39.389" v="4013" actId="113"/>
          <ac:spMkLst>
            <pc:docMk/>
            <pc:sldMk cId="2970797001" sldId="281"/>
            <ac:spMk id="2" creationId="{22B20E76-C582-4E6E-A7D5-0964F6B93709}"/>
          </ac:spMkLst>
        </pc:spChg>
        <pc:spChg chg="add mod">
          <ac:chgData name="kousuke yamamoto" userId="516c4d66ab16f868" providerId="LiveId" clId="{6DE8346A-485C-46ED-AFC0-899DF69DB0FD}" dt="2026-10-11T05:45:42.308" v="4014" actId="113"/>
          <ac:spMkLst>
            <pc:docMk/>
            <pc:sldMk cId="2970797001" sldId="281"/>
            <ac:spMk id="3" creationId="{3E62F598-02D1-4EB1-A487-6FB12CCEDC43}"/>
          </ac:spMkLst>
        </pc:spChg>
        <pc:spChg chg="add mod">
          <ac:chgData name="kousuke yamamoto" userId="516c4d66ab16f868" providerId="LiveId" clId="{6DE8346A-485C-46ED-AFC0-899DF69DB0FD}" dt="2026-10-11T05:30:04.515" v="3982" actId="1076"/>
          <ac:spMkLst>
            <pc:docMk/>
            <pc:sldMk cId="2970797001" sldId="281"/>
            <ac:spMk id="4" creationId="{E5DE03FF-5E52-4BEE-ACDB-B96C0C86EC95}"/>
          </ac:spMkLst>
        </pc:spChg>
        <pc:spChg chg="add mod">
          <ac:chgData name="kousuke yamamoto" userId="516c4d66ab16f868" providerId="LiveId" clId="{6DE8346A-485C-46ED-AFC0-899DF69DB0FD}" dt="2026-10-11T05:30:14.858" v="3985" actId="1076"/>
          <ac:spMkLst>
            <pc:docMk/>
            <pc:sldMk cId="2970797001" sldId="281"/>
            <ac:spMk id="5" creationId="{79A2543E-92BD-4B1B-AD34-5A9EA9CED833}"/>
          </ac:spMkLst>
        </pc:spChg>
        <pc:spChg chg="add mod">
          <ac:chgData name="kousuke yamamoto" userId="516c4d66ab16f868" providerId="LiveId" clId="{6DE8346A-485C-46ED-AFC0-899DF69DB0FD}" dt="2026-10-11T05:30:45.860" v="3993" actId="1076"/>
          <ac:spMkLst>
            <pc:docMk/>
            <pc:sldMk cId="2970797001" sldId="281"/>
            <ac:spMk id="6" creationId="{F65FAE8E-14BE-47DF-BA4E-BA92BB73D355}"/>
          </ac:spMkLst>
        </pc:spChg>
      </pc:sldChg>
      <pc:sldChg chg="addSp modSp new mod ord">
        <pc:chgData name="kousuke yamamoto" userId="516c4d66ab16f868" providerId="LiveId" clId="{6DE8346A-485C-46ED-AFC0-899DF69DB0FD}" dt="2026-10-11T05:45:07.735" v="4008" actId="113"/>
        <pc:sldMkLst>
          <pc:docMk/>
          <pc:sldMk cId="700308745" sldId="282"/>
        </pc:sldMkLst>
        <pc:spChg chg="add mod">
          <ac:chgData name="kousuke yamamoto" userId="516c4d66ab16f868" providerId="LiveId" clId="{6DE8346A-485C-46ED-AFC0-899DF69DB0FD}" dt="2026-10-11T05:45:03.651" v="4007" actId="113"/>
          <ac:spMkLst>
            <pc:docMk/>
            <pc:sldMk cId="700308745" sldId="282"/>
            <ac:spMk id="2" creationId="{9ADCEF30-195E-423C-BFA2-AEDD596C26F7}"/>
          </ac:spMkLst>
        </pc:spChg>
        <pc:spChg chg="add mod">
          <ac:chgData name="kousuke yamamoto" userId="516c4d66ab16f868" providerId="LiveId" clId="{6DE8346A-485C-46ED-AFC0-899DF69DB0FD}" dt="2026-10-11T05:45:07.735" v="4008" actId="113"/>
          <ac:spMkLst>
            <pc:docMk/>
            <pc:sldMk cId="700308745" sldId="282"/>
            <ac:spMk id="3" creationId="{B5FB3DCF-94BD-453F-BFAA-C59ACBE464E2}"/>
          </ac:spMkLst>
        </pc:spChg>
      </pc:sldChg>
      <pc:sldChg chg="addSp delSp modSp new del mod ord">
        <pc:chgData name="kousuke yamamoto" userId="516c4d66ab16f868" providerId="LiveId" clId="{6DE8346A-485C-46ED-AFC0-899DF69DB0FD}" dt="2026-10-09T12:48:39.208" v="2281" actId="2696"/>
        <pc:sldMkLst>
          <pc:docMk/>
          <pc:sldMk cId="2913159296" sldId="282"/>
        </pc:sldMkLst>
        <pc:spChg chg="add del mod">
          <ac:chgData name="kousuke yamamoto" userId="516c4d66ab16f868" providerId="LiveId" clId="{6DE8346A-485C-46ED-AFC0-899DF69DB0FD}" dt="2026-10-09T05:26:55.556" v="2085"/>
          <ac:spMkLst>
            <pc:docMk/>
            <pc:sldMk cId="2913159296" sldId="282"/>
            <ac:spMk id="3" creationId="{8CE0E4D9-0269-4F3B-AF41-0484C20936E9}"/>
          </ac:spMkLst>
        </pc:spChg>
        <pc:spChg chg="add del mod">
          <ac:chgData name="kousuke yamamoto" userId="516c4d66ab16f868" providerId="LiveId" clId="{6DE8346A-485C-46ED-AFC0-899DF69DB0FD}" dt="2026-10-09T12:47:31.181" v="2277" actId="478"/>
          <ac:spMkLst>
            <pc:docMk/>
            <pc:sldMk cId="2913159296" sldId="282"/>
            <ac:spMk id="4" creationId="{8066D30C-CC31-4138-BF01-19EF783F0F83}"/>
          </ac:spMkLst>
        </pc:spChg>
        <pc:graphicFrameChg chg="add del mod">
          <ac:chgData name="kousuke yamamoto" userId="516c4d66ab16f868" providerId="LiveId" clId="{6DE8346A-485C-46ED-AFC0-899DF69DB0FD}" dt="2026-10-09T05:26:55.556" v="2085"/>
          <ac:graphicFrameMkLst>
            <pc:docMk/>
            <pc:sldMk cId="2913159296" sldId="282"/>
            <ac:graphicFrameMk id="2" creationId="{34863CDE-E75C-457F-9D83-9DD2205C7B8F}"/>
          </ac:graphicFrameMkLst>
        </pc:graphicFrameChg>
        <pc:picChg chg="add del mod">
          <ac:chgData name="kousuke yamamoto" userId="516c4d66ab16f868" providerId="LiveId" clId="{6DE8346A-485C-46ED-AFC0-899DF69DB0FD}" dt="2026-10-09T05:44:07.009" v="2220" actId="478"/>
          <ac:picMkLst>
            <pc:docMk/>
            <pc:sldMk cId="2913159296" sldId="282"/>
            <ac:picMk id="6" creationId="{6EAE8AC3-D91D-4E0D-B439-7C1F29F89317}"/>
          </ac:picMkLst>
        </pc:picChg>
      </pc:sldChg>
      <pc:sldChg chg="new del">
        <pc:chgData name="kousuke yamamoto" userId="516c4d66ab16f868" providerId="LiveId" clId="{6DE8346A-485C-46ED-AFC0-899DF69DB0FD}" dt="2026-10-09T12:48:43.353" v="2283" actId="2696"/>
        <pc:sldMkLst>
          <pc:docMk/>
          <pc:sldMk cId="1539687711" sldId="283"/>
        </pc:sldMkLst>
      </pc:sldChg>
      <pc:sldChg chg="addSp modSp new mod">
        <pc:chgData name="kousuke yamamoto" userId="516c4d66ab16f868" providerId="LiveId" clId="{6DE8346A-485C-46ED-AFC0-899DF69DB0FD}" dt="2026-10-12T23:34:10.196" v="5067" actId="20577"/>
        <pc:sldMkLst>
          <pc:docMk/>
          <pc:sldMk cId="2416594309" sldId="283"/>
        </pc:sldMkLst>
        <pc:spChg chg="add mod">
          <ac:chgData name="kousuke yamamoto" userId="516c4d66ab16f868" providerId="LiveId" clId="{6DE8346A-485C-46ED-AFC0-899DF69DB0FD}" dt="2026-10-12T07:36:31.697" v="4016" actId="113"/>
          <ac:spMkLst>
            <pc:docMk/>
            <pc:sldMk cId="2416594309" sldId="283"/>
            <ac:spMk id="2" creationId="{B9B56022-3991-4582-B264-D5159A466AD6}"/>
          </ac:spMkLst>
        </pc:spChg>
        <pc:spChg chg="add mod">
          <ac:chgData name="kousuke yamamoto" userId="516c4d66ab16f868" providerId="LiveId" clId="{6DE8346A-485C-46ED-AFC0-899DF69DB0FD}" dt="2026-10-12T23:31:12.601" v="4954" actId="1076"/>
          <ac:spMkLst>
            <pc:docMk/>
            <pc:sldMk cId="2416594309" sldId="283"/>
            <ac:spMk id="3" creationId="{82196AA0-7EA6-4319-83C9-83BAB6191F3E}"/>
          </ac:spMkLst>
        </pc:spChg>
        <pc:spChg chg="add mod">
          <ac:chgData name="kousuke yamamoto" userId="516c4d66ab16f868" providerId="LiveId" clId="{6DE8346A-485C-46ED-AFC0-899DF69DB0FD}" dt="2026-10-12T23:31:05.209" v="4952" actId="1076"/>
          <ac:spMkLst>
            <pc:docMk/>
            <pc:sldMk cId="2416594309" sldId="283"/>
            <ac:spMk id="4" creationId="{E5E3A274-75C4-4EF3-9C8C-A999037F66CC}"/>
          </ac:spMkLst>
        </pc:spChg>
        <pc:spChg chg="add mod">
          <ac:chgData name="kousuke yamamoto" userId="516c4d66ab16f868" providerId="LiveId" clId="{6DE8346A-485C-46ED-AFC0-899DF69DB0FD}" dt="2026-10-12T23:32:03.287" v="4985" actId="20577"/>
          <ac:spMkLst>
            <pc:docMk/>
            <pc:sldMk cId="2416594309" sldId="283"/>
            <ac:spMk id="5" creationId="{66F9DFC8-3E87-4D20-A218-CF67F5E0DA0C}"/>
          </ac:spMkLst>
        </pc:spChg>
        <pc:spChg chg="add mod">
          <ac:chgData name="kousuke yamamoto" userId="516c4d66ab16f868" providerId="LiveId" clId="{6DE8346A-485C-46ED-AFC0-899DF69DB0FD}" dt="2026-10-12T23:32:29.107" v="4994" actId="20577"/>
          <ac:spMkLst>
            <pc:docMk/>
            <pc:sldMk cId="2416594309" sldId="283"/>
            <ac:spMk id="6" creationId="{E8FA3BAC-C2AE-46A5-9F36-4EF9B54E44A0}"/>
          </ac:spMkLst>
        </pc:spChg>
        <pc:spChg chg="add mod">
          <ac:chgData name="kousuke yamamoto" userId="516c4d66ab16f868" providerId="LiveId" clId="{6DE8346A-485C-46ED-AFC0-899DF69DB0FD}" dt="2026-10-12T23:31:30.369" v="4960" actId="14100"/>
          <ac:spMkLst>
            <pc:docMk/>
            <pc:sldMk cId="2416594309" sldId="283"/>
            <ac:spMk id="7" creationId="{AE805523-9FEF-4666-97AA-CC6C456F4D64}"/>
          </ac:spMkLst>
        </pc:spChg>
        <pc:spChg chg="add mod">
          <ac:chgData name="kousuke yamamoto" userId="516c4d66ab16f868" providerId="LiveId" clId="{6DE8346A-485C-46ED-AFC0-899DF69DB0FD}" dt="2026-10-12T23:30:56.572" v="4951" actId="1076"/>
          <ac:spMkLst>
            <pc:docMk/>
            <pc:sldMk cId="2416594309" sldId="283"/>
            <ac:spMk id="8" creationId="{E7F074B9-9193-46C2-A53C-1EEBB3E433EA}"/>
          </ac:spMkLst>
        </pc:spChg>
        <pc:spChg chg="add mod">
          <ac:chgData name="kousuke yamamoto" userId="516c4d66ab16f868" providerId="LiveId" clId="{6DE8346A-485C-46ED-AFC0-899DF69DB0FD}" dt="2026-10-12T23:31:09.358" v="4953" actId="1076"/>
          <ac:spMkLst>
            <pc:docMk/>
            <pc:sldMk cId="2416594309" sldId="283"/>
            <ac:spMk id="9" creationId="{62D2C44A-4AE9-4076-A8A6-8158833664D4}"/>
          </ac:spMkLst>
        </pc:spChg>
        <pc:spChg chg="add mod">
          <ac:chgData name="kousuke yamamoto" userId="516c4d66ab16f868" providerId="LiveId" clId="{6DE8346A-485C-46ED-AFC0-899DF69DB0FD}" dt="2026-10-12T23:32:51.126" v="5011" actId="1076"/>
          <ac:spMkLst>
            <pc:docMk/>
            <pc:sldMk cId="2416594309" sldId="283"/>
            <ac:spMk id="10" creationId="{9FC3CFB9-3E91-4CFB-A4AD-ABAE92EDA9BF}"/>
          </ac:spMkLst>
        </pc:spChg>
        <pc:spChg chg="add mod">
          <ac:chgData name="kousuke yamamoto" userId="516c4d66ab16f868" providerId="LiveId" clId="{6DE8346A-485C-46ED-AFC0-899DF69DB0FD}" dt="2026-10-12T23:32:36.640" v="5010" actId="20577"/>
          <ac:spMkLst>
            <pc:docMk/>
            <pc:sldMk cId="2416594309" sldId="283"/>
            <ac:spMk id="11" creationId="{09B13876-5635-4D9F-97C4-EF2C934955F4}"/>
          </ac:spMkLst>
        </pc:spChg>
        <pc:spChg chg="add mod">
          <ac:chgData name="kousuke yamamoto" userId="516c4d66ab16f868" providerId="LiveId" clId="{6DE8346A-485C-46ED-AFC0-899DF69DB0FD}" dt="2026-10-12T23:32:58.121" v="5014" actId="688"/>
          <ac:spMkLst>
            <pc:docMk/>
            <pc:sldMk cId="2416594309" sldId="283"/>
            <ac:spMk id="12" creationId="{83634B4C-7FF9-4C48-9002-35926B33D6C4}"/>
          </ac:spMkLst>
        </pc:spChg>
        <pc:spChg chg="add mod">
          <ac:chgData name="kousuke yamamoto" userId="516c4d66ab16f868" providerId="LiveId" clId="{6DE8346A-485C-46ED-AFC0-899DF69DB0FD}" dt="2026-10-12T23:33:12.492" v="5036" actId="20577"/>
          <ac:spMkLst>
            <pc:docMk/>
            <pc:sldMk cId="2416594309" sldId="283"/>
            <ac:spMk id="13" creationId="{5A9E3631-D2B6-42D5-A257-ADF2FE2524E0}"/>
          </ac:spMkLst>
        </pc:spChg>
        <pc:spChg chg="add mod">
          <ac:chgData name="kousuke yamamoto" userId="516c4d66ab16f868" providerId="LiveId" clId="{6DE8346A-485C-46ED-AFC0-899DF69DB0FD}" dt="2026-10-12T23:33:29.698" v="5040" actId="1076"/>
          <ac:spMkLst>
            <pc:docMk/>
            <pc:sldMk cId="2416594309" sldId="283"/>
            <ac:spMk id="14" creationId="{776544A4-5369-4038-AFB1-D6B9C6AEC24A}"/>
          </ac:spMkLst>
        </pc:spChg>
        <pc:spChg chg="add mod">
          <ac:chgData name="kousuke yamamoto" userId="516c4d66ab16f868" providerId="LiveId" clId="{6DE8346A-485C-46ED-AFC0-899DF69DB0FD}" dt="2026-10-12T23:34:10.196" v="5067" actId="20577"/>
          <ac:spMkLst>
            <pc:docMk/>
            <pc:sldMk cId="2416594309" sldId="283"/>
            <ac:spMk id="15" creationId="{F8C93543-9D0F-42BF-9C87-7161E541916D}"/>
          </ac:spMkLst>
        </pc:spChg>
      </pc:sldChg>
      <pc:sldChg chg="addSp modSp new del">
        <pc:chgData name="kousuke yamamoto" userId="516c4d66ab16f868" providerId="LiveId" clId="{6DE8346A-485C-46ED-AFC0-899DF69DB0FD}" dt="2026-10-09T14:16:20.074" v="3207" actId="2696"/>
        <pc:sldMkLst>
          <pc:docMk/>
          <pc:sldMk cId="2968172198" sldId="283"/>
        </pc:sldMkLst>
        <pc:spChg chg="add mod">
          <ac:chgData name="kousuke yamamoto" userId="516c4d66ab16f868" providerId="LiveId" clId="{6DE8346A-485C-46ED-AFC0-899DF69DB0FD}" dt="2026-10-09T14:15:51.003" v="3206"/>
          <ac:spMkLst>
            <pc:docMk/>
            <pc:sldMk cId="2968172198" sldId="283"/>
            <ac:spMk id="2" creationId="{073FF7AE-7338-43ED-806C-AABDAB4B69B0}"/>
          </ac:spMkLst>
        </pc:spChg>
      </pc:sldChg>
      <pc:sldChg chg="addSp delSp modSp new mod">
        <pc:chgData name="kousuke yamamoto" userId="516c4d66ab16f868" providerId="LiveId" clId="{6DE8346A-485C-46ED-AFC0-899DF69DB0FD}" dt="2026-10-12T23:48:07.406" v="5367" actId="20577"/>
        <pc:sldMkLst>
          <pc:docMk/>
          <pc:sldMk cId="3397764985" sldId="284"/>
        </pc:sldMkLst>
        <pc:spChg chg="add mod">
          <ac:chgData name="kousuke yamamoto" userId="516c4d66ab16f868" providerId="LiveId" clId="{6DE8346A-485C-46ED-AFC0-899DF69DB0FD}" dt="2026-10-12T07:36:37.880" v="4017" actId="113"/>
          <ac:spMkLst>
            <pc:docMk/>
            <pc:sldMk cId="3397764985" sldId="284"/>
            <ac:spMk id="2" creationId="{FE6C015C-C908-480D-A5CA-B22DC7C89B98}"/>
          </ac:spMkLst>
        </pc:spChg>
        <pc:spChg chg="add mod">
          <ac:chgData name="kousuke yamamoto" userId="516c4d66ab16f868" providerId="LiveId" clId="{6DE8346A-485C-46ED-AFC0-899DF69DB0FD}" dt="2026-10-12T23:41:10.420" v="5122" actId="1076"/>
          <ac:spMkLst>
            <pc:docMk/>
            <pc:sldMk cId="3397764985" sldId="284"/>
            <ac:spMk id="3" creationId="{C25E985B-DAFC-4DF5-8684-8520E8C2DECD}"/>
          </ac:spMkLst>
        </pc:spChg>
        <pc:spChg chg="add mod">
          <ac:chgData name="kousuke yamamoto" userId="516c4d66ab16f868" providerId="LiveId" clId="{6DE8346A-485C-46ED-AFC0-899DF69DB0FD}" dt="2026-10-12T23:43:02.954" v="5235" actId="20577"/>
          <ac:spMkLst>
            <pc:docMk/>
            <pc:sldMk cId="3397764985" sldId="284"/>
            <ac:spMk id="8" creationId="{53AB1EF6-5ED1-4E74-94C0-CCACC14AE4A5}"/>
          </ac:spMkLst>
        </pc:spChg>
        <pc:spChg chg="add mod">
          <ac:chgData name="kousuke yamamoto" userId="516c4d66ab16f868" providerId="LiveId" clId="{6DE8346A-485C-46ED-AFC0-899DF69DB0FD}" dt="2026-10-12T23:41:48.169" v="5161" actId="20577"/>
          <ac:spMkLst>
            <pc:docMk/>
            <pc:sldMk cId="3397764985" sldId="284"/>
            <ac:spMk id="9" creationId="{31001492-70F5-4F7E-9E6A-C36BCC15FAD8}"/>
          </ac:spMkLst>
        </pc:spChg>
        <pc:spChg chg="add mod">
          <ac:chgData name="kousuke yamamoto" userId="516c4d66ab16f868" providerId="LiveId" clId="{6DE8346A-485C-46ED-AFC0-899DF69DB0FD}" dt="2026-10-12T23:42:05.222" v="5189" actId="20577"/>
          <ac:spMkLst>
            <pc:docMk/>
            <pc:sldMk cId="3397764985" sldId="284"/>
            <ac:spMk id="10" creationId="{0DCA583A-9470-444C-81E3-A99215D30F5C}"/>
          </ac:spMkLst>
        </pc:spChg>
        <pc:spChg chg="add del mod">
          <ac:chgData name="kousuke yamamoto" userId="516c4d66ab16f868" providerId="LiveId" clId="{6DE8346A-485C-46ED-AFC0-899DF69DB0FD}" dt="2026-10-12T23:41:07.115" v="5121" actId="478"/>
          <ac:spMkLst>
            <pc:docMk/>
            <pc:sldMk cId="3397764985" sldId="284"/>
            <ac:spMk id="11" creationId="{814F7799-270E-441A-9B4C-BCDD07B5B74D}"/>
          </ac:spMkLst>
        </pc:spChg>
        <pc:spChg chg="add mod">
          <ac:chgData name="kousuke yamamoto" userId="516c4d66ab16f868" providerId="LiveId" clId="{6DE8346A-485C-46ED-AFC0-899DF69DB0FD}" dt="2026-10-12T23:43:19.247" v="5259" actId="20577"/>
          <ac:spMkLst>
            <pc:docMk/>
            <pc:sldMk cId="3397764985" sldId="284"/>
            <ac:spMk id="12" creationId="{CDAE92BF-AEF2-404D-87A0-EFC283C7AD84}"/>
          </ac:spMkLst>
        </pc:spChg>
        <pc:spChg chg="add mod">
          <ac:chgData name="kousuke yamamoto" userId="516c4d66ab16f868" providerId="LiveId" clId="{6DE8346A-485C-46ED-AFC0-899DF69DB0FD}" dt="2026-10-12T23:46:55.352" v="5339" actId="20577"/>
          <ac:spMkLst>
            <pc:docMk/>
            <pc:sldMk cId="3397764985" sldId="284"/>
            <ac:spMk id="13" creationId="{B64584EE-79AF-41BF-894D-4C04AA4AD6B5}"/>
          </ac:spMkLst>
        </pc:spChg>
        <pc:spChg chg="add mod">
          <ac:chgData name="kousuke yamamoto" userId="516c4d66ab16f868" providerId="LiveId" clId="{6DE8346A-485C-46ED-AFC0-899DF69DB0FD}" dt="2026-10-12T23:42:40.602" v="5220" actId="20577"/>
          <ac:spMkLst>
            <pc:docMk/>
            <pc:sldMk cId="3397764985" sldId="284"/>
            <ac:spMk id="14" creationId="{FB15FAFD-0109-41BE-B38B-6A4F59060FE6}"/>
          </ac:spMkLst>
        </pc:spChg>
        <pc:spChg chg="add mod">
          <ac:chgData name="kousuke yamamoto" userId="516c4d66ab16f868" providerId="LiveId" clId="{6DE8346A-485C-46ED-AFC0-899DF69DB0FD}" dt="2026-10-12T23:48:07.406" v="5367" actId="20577"/>
          <ac:spMkLst>
            <pc:docMk/>
            <pc:sldMk cId="3397764985" sldId="284"/>
            <ac:spMk id="15" creationId="{79A84FA2-4514-4084-9265-D737438DCAC7}"/>
          </ac:spMkLst>
        </pc:spChg>
        <pc:spChg chg="add mod">
          <ac:chgData name="kousuke yamamoto" userId="516c4d66ab16f868" providerId="LiveId" clId="{6DE8346A-485C-46ED-AFC0-899DF69DB0FD}" dt="2026-10-12T23:44:23.777" v="5293" actId="207"/>
          <ac:spMkLst>
            <pc:docMk/>
            <pc:sldMk cId="3397764985" sldId="284"/>
            <ac:spMk id="16" creationId="{D9701379-532E-4DFD-8D9E-0A8F82B0A3D5}"/>
          </ac:spMkLst>
        </pc:spChg>
        <pc:spChg chg="add del mod">
          <ac:chgData name="kousuke yamamoto" userId="516c4d66ab16f868" providerId="LiveId" clId="{6DE8346A-485C-46ED-AFC0-899DF69DB0FD}" dt="2026-10-12T23:44:30.976" v="5296" actId="478"/>
          <ac:spMkLst>
            <pc:docMk/>
            <pc:sldMk cId="3397764985" sldId="284"/>
            <ac:spMk id="17" creationId="{5D8DC855-369D-42D3-9CD0-370BC034F0EE}"/>
          </ac:spMkLst>
        </pc:spChg>
        <pc:spChg chg="add mod">
          <ac:chgData name="kousuke yamamoto" userId="516c4d66ab16f868" providerId="LiveId" clId="{6DE8346A-485C-46ED-AFC0-899DF69DB0FD}" dt="2026-10-12T23:44:47.623" v="5300" actId="14100"/>
          <ac:spMkLst>
            <pc:docMk/>
            <pc:sldMk cId="3397764985" sldId="284"/>
            <ac:spMk id="18" creationId="{EE25E4D9-7681-4EBB-A93D-1CF4709A6E43}"/>
          </ac:spMkLst>
        </pc:spChg>
        <pc:spChg chg="add mod">
          <ac:chgData name="kousuke yamamoto" userId="516c4d66ab16f868" providerId="LiveId" clId="{6DE8346A-485C-46ED-AFC0-899DF69DB0FD}" dt="2026-10-12T23:45:02.280" v="5303" actId="14100"/>
          <ac:spMkLst>
            <pc:docMk/>
            <pc:sldMk cId="3397764985" sldId="284"/>
            <ac:spMk id="19" creationId="{6043B8CB-1C46-4FEA-907C-9E0586B79BCA}"/>
          </ac:spMkLst>
        </pc:spChg>
        <pc:spChg chg="add mod">
          <ac:chgData name="kousuke yamamoto" userId="516c4d66ab16f868" providerId="LiveId" clId="{6DE8346A-485C-46ED-AFC0-899DF69DB0FD}" dt="2026-10-12T23:45:09.405" v="5305" actId="1076"/>
          <ac:spMkLst>
            <pc:docMk/>
            <pc:sldMk cId="3397764985" sldId="284"/>
            <ac:spMk id="20" creationId="{5DDF936F-F090-432C-B3F7-4E4488E7C31F}"/>
          </ac:spMkLst>
        </pc:spChg>
        <pc:spChg chg="add mod">
          <ac:chgData name="kousuke yamamoto" userId="516c4d66ab16f868" providerId="LiveId" clId="{6DE8346A-485C-46ED-AFC0-899DF69DB0FD}" dt="2026-10-12T23:45:18.952" v="5307" actId="1076"/>
          <ac:spMkLst>
            <pc:docMk/>
            <pc:sldMk cId="3397764985" sldId="284"/>
            <ac:spMk id="21" creationId="{966E5484-46C4-496A-8077-67D7BB626AD9}"/>
          </ac:spMkLst>
        </pc:spChg>
        <pc:spChg chg="add mod">
          <ac:chgData name="kousuke yamamoto" userId="516c4d66ab16f868" providerId="LiveId" clId="{6DE8346A-485C-46ED-AFC0-899DF69DB0FD}" dt="2026-10-12T23:45:25.324" v="5309" actId="1076"/>
          <ac:spMkLst>
            <pc:docMk/>
            <pc:sldMk cId="3397764985" sldId="284"/>
            <ac:spMk id="22" creationId="{455E5736-A68A-4AC2-80EE-55A059972024}"/>
          </ac:spMkLst>
        </pc:spChg>
        <pc:spChg chg="add del mod">
          <ac:chgData name="kousuke yamamoto" userId="516c4d66ab16f868" providerId="LiveId" clId="{6DE8346A-485C-46ED-AFC0-899DF69DB0FD}" dt="2026-10-12T23:47:20.040" v="5353" actId="478"/>
          <ac:spMkLst>
            <pc:docMk/>
            <pc:sldMk cId="3397764985" sldId="284"/>
            <ac:spMk id="23" creationId="{B0E11156-C4F8-4A73-A8EC-B175BECC1D87}"/>
          </ac:spMkLst>
        </pc:spChg>
        <pc:spChg chg="add mod">
          <ac:chgData name="kousuke yamamoto" userId="516c4d66ab16f868" providerId="LiveId" clId="{6DE8346A-485C-46ED-AFC0-899DF69DB0FD}" dt="2026-10-12T23:45:45.139" v="5315" actId="14100"/>
          <ac:spMkLst>
            <pc:docMk/>
            <pc:sldMk cId="3397764985" sldId="284"/>
            <ac:spMk id="24" creationId="{10A172C8-B417-484F-AD27-2D617E8B08D6}"/>
          </ac:spMkLst>
        </pc:spChg>
        <pc:spChg chg="add mod">
          <ac:chgData name="kousuke yamamoto" userId="516c4d66ab16f868" providerId="LiveId" clId="{6DE8346A-485C-46ED-AFC0-899DF69DB0FD}" dt="2026-10-12T23:47:36.572" v="5357" actId="1076"/>
          <ac:spMkLst>
            <pc:docMk/>
            <pc:sldMk cId="3397764985" sldId="284"/>
            <ac:spMk id="25" creationId="{21A19E46-52F2-4597-BBB4-507B561E888C}"/>
          </ac:spMkLst>
        </pc:spChg>
        <pc:picChg chg="add del">
          <ac:chgData name="kousuke yamamoto" userId="516c4d66ab16f868" providerId="LiveId" clId="{6DE8346A-485C-46ED-AFC0-899DF69DB0FD}" dt="2026-10-12T23:38:02.833" v="5090" actId="22"/>
          <ac:picMkLst>
            <pc:docMk/>
            <pc:sldMk cId="3397764985" sldId="284"/>
            <ac:picMk id="5" creationId="{A3984172-05FE-4478-B943-A2E840BBB8FB}"/>
          </ac:picMkLst>
        </pc:picChg>
        <pc:picChg chg="add del">
          <ac:chgData name="kousuke yamamoto" userId="516c4d66ab16f868" providerId="LiveId" clId="{6DE8346A-485C-46ED-AFC0-899DF69DB0FD}" dt="2026-10-12T23:38:01.838" v="5089" actId="22"/>
          <ac:picMkLst>
            <pc:docMk/>
            <pc:sldMk cId="3397764985" sldId="284"/>
            <ac:picMk id="7" creationId="{7A3CA29E-D171-40DA-A5D1-5727814BFCC3}"/>
          </ac:picMkLst>
        </pc:picChg>
      </pc:sldChg>
      <pc:sldChg chg="addSp delSp modSp new mod">
        <pc:chgData name="kousuke yamamoto" userId="516c4d66ab16f868" providerId="LiveId" clId="{6DE8346A-485C-46ED-AFC0-899DF69DB0FD}" dt="2026-10-13T03:25:06.148" v="6377" actId="478"/>
        <pc:sldMkLst>
          <pc:docMk/>
          <pc:sldMk cId="3038089303" sldId="285"/>
        </pc:sldMkLst>
        <pc:spChg chg="add mod">
          <ac:chgData name="kousuke yamamoto" userId="516c4d66ab16f868" providerId="LiveId" clId="{6DE8346A-485C-46ED-AFC0-899DF69DB0FD}" dt="2026-10-12T23:49:27.701" v="5431" actId="20577"/>
          <ac:spMkLst>
            <pc:docMk/>
            <pc:sldMk cId="3038089303" sldId="285"/>
            <ac:spMk id="2" creationId="{448E0769-7C56-4247-AD34-67F65C5B39C0}"/>
          </ac:spMkLst>
        </pc:spChg>
        <pc:spChg chg="add mod">
          <ac:chgData name="kousuke yamamoto" userId="516c4d66ab16f868" providerId="LiveId" clId="{6DE8346A-485C-46ED-AFC0-899DF69DB0FD}" dt="2026-10-13T02:58:41.930" v="6204" actId="1076"/>
          <ac:spMkLst>
            <pc:docMk/>
            <pc:sldMk cId="3038089303" sldId="285"/>
            <ac:spMk id="5" creationId="{72C03C2E-CAFF-4F70-9937-927F617B1BD3}"/>
          </ac:spMkLst>
        </pc:spChg>
        <pc:spChg chg="add del mod">
          <ac:chgData name="kousuke yamamoto" userId="516c4d66ab16f868" providerId="LiveId" clId="{6DE8346A-485C-46ED-AFC0-899DF69DB0FD}" dt="2026-10-13T02:52:57.518" v="6137" actId="478"/>
          <ac:spMkLst>
            <pc:docMk/>
            <pc:sldMk cId="3038089303" sldId="285"/>
            <ac:spMk id="6" creationId="{A10A704D-6A31-4F9A-B9B6-7D8BBEE854BD}"/>
          </ac:spMkLst>
        </pc:spChg>
        <pc:spChg chg="add del mod">
          <ac:chgData name="kousuke yamamoto" userId="516c4d66ab16f868" providerId="LiveId" clId="{6DE8346A-485C-46ED-AFC0-899DF69DB0FD}" dt="2026-10-13T02:52:56.551" v="6136" actId="478"/>
          <ac:spMkLst>
            <pc:docMk/>
            <pc:sldMk cId="3038089303" sldId="285"/>
            <ac:spMk id="7" creationId="{436D199C-F5D0-4441-8DB5-D927663ABE24}"/>
          </ac:spMkLst>
        </pc:spChg>
        <pc:spChg chg="add mod">
          <ac:chgData name="kousuke yamamoto" userId="516c4d66ab16f868" providerId="LiveId" clId="{6DE8346A-485C-46ED-AFC0-899DF69DB0FD}" dt="2026-10-13T02:56:32.086" v="6177" actId="14100"/>
          <ac:spMkLst>
            <pc:docMk/>
            <pc:sldMk cId="3038089303" sldId="285"/>
            <ac:spMk id="8" creationId="{8C1C58EE-4B22-47A7-A36C-34698B738AE5}"/>
          </ac:spMkLst>
        </pc:spChg>
        <pc:spChg chg="add del mod">
          <ac:chgData name="kousuke yamamoto" userId="516c4d66ab16f868" providerId="LiveId" clId="{6DE8346A-485C-46ED-AFC0-899DF69DB0FD}" dt="2026-10-13T02:57:48.783" v="6194" actId="14100"/>
          <ac:spMkLst>
            <pc:docMk/>
            <pc:sldMk cId="3038089303" sldId="285"/>
            <ac:spMk id="9" creationId="{DBED8255-CD0E-43A0-A26D-200E42386769}"/>
          </ac:spMkLst>
        </pc:spChg>
        <pc:spChg chg="add del mod">
          <ac:chgData name="kousuke yamamoto" userId="516c4d66ab16f868" providerId="LiveId" clId="{6DE8346A-485C-46ED-AFC0-899DF69DB0FD}" dt="2026-10-13T02:52:55.915" v="6135" actId="478"/>
          <ac:spMkLst>
            <pc:docMk/>
            <pc:sldMk cId="3038089303" sldId="285"/>
            <ac:spMk id="10" creationId="{E2FB7AD2-3C09-47E1-97A4-D5E8F721B356}"/>
          </ac:spMkLst>
        </pc:spChg>
        <pc:spChg chg="add del mod">
          <ac:chgData name="kousuke yamamoto" userId="516c4d66ab16f868" providerId="LiveId" clId="{6DE8346A-485C-46ED-AFC0-899DF69DB0FD}" dt="2026-10-13T02:52:55.264" v="6134" actId="478"/>
          <ac:spMkLst>
            <pc:docMk/>
            <pc:sldMk cId="3038089303" sldId="285"/>
            <ac:spMk id="11" creationId="{27C2DF1A-9781-494B-A534-D1AE4D29594F}"/>
          </ac:spMkLst>
        </pc:spChg>
        <pc:spChg chg="add del mod">
          <ac:chgData name="kousuke yamamoto" userId="516c4d66ab16f868" providerId="LiveId" clId="{6DE8346A-485C-46ED-AFC0-899DF69DB0FD}" dt="2026-10-13T02:52:49.916" v="6133" actId="478"/>
          <ac:spMkLst>
            <pc:docMk/>
            <pc:sldMk cId="3038089303" sldId="285"/>
            <ac:spMk id="12" creationId="{0F40D2F9-6E99-446D-8833-A6A2D0311481}"/>
          </ac:spMkLst>
        </pc:spChg>
        <pc:spChg chg="add mod">
          <ac:chgData name="kousuke yamamoto" userId="516c4d66ab16f868" providerId="LiveId" clId="{6DE8346A-485C-46ED-AFC0-899DF69DB0FD}" dt="2026-10-13T02:58:48.215" v="6207" actId="1076"/>
          <ac:spMkLst>
            <pc:docMk/>
            <pc:sldMk cId="3038089303" sldId="285"/>
            <ac:spMk id="13" creationId="{0CF21143-6FD3-48FE-AE86-3E6C080F40DB}"/>
          </ac:spMkLst>
        </pc:spChg>
        <pc:spChg chg="add mod ord">
          <ac:chgData name="kousuke yamamoto" userId="516c4d66ab16f868" providerId="LiveId" clId="{6DE8346A-485C-46ED-AFC0-899DF69DB0FD}" dt="2026-10-13T02:50:04.192" v="6111" actId="166"/>
          <ac:spMkLst>
            <pc:docMk/>
            <pc:sldMk cId="3038089303" sldId="285"/>
            <ac:spMk id="14" creationId="{52B08D95-DB62-4677-8722-D07705A5583A}"/>
          </ac:spMkLst>
        </pc:spChg>
        <pc:spChg chg="add mod ord">
          <ac:chgData name="kousuke yamamoto" userId="516c4d66ab16f868" providerId="LiveId" clId="{6DE8346A-485C-46ED-AFC0-899DF69DB0FD}" dt="2026-10-13T02:50:01.284" v="6110" actId="166"/>
          <ac:spMkLst>
            <pc:docMk/>
            <pc:sldMk cId="3038089303" sldId="285"/>
            <ac:spMk id="15" creationId="{117BA84E-B015-4F8F-ADD7-3CEC7FE0F2C7}"/>
          </ac:spMkLst>
        </pc:spChg>
        <pc:spChg chg="add mod ord">
          <ac:chgData name="kousuke yamamoto" userId="516c4d66ab16f868" providerId="LiveId" clId="{6DE8346A-485C-46ED-AFC0-899DF69DB0FD}" dt="2026-10-13T02:49:52.340" v="6107" actId="166"/>
          <ac:spMkLst>
            <pc:docMk/>
            <pc:sldMk cId="3038089303" sldId="285"/>
            <ac:spMk id="16" creationId="{47165212-6367-41D9-BA36-ABB2FBC151CF}"/>
          </ac:spMkLst>
        </pc:spChg>
        <pc:spChg chg="add mod ord">
          <ac:chgData name="kousuke yamamoto" userId="516c4d66ab16f868" providerId="LiveId" clId="{6DE8346A-485C-46ED-AFC0-899DF69DB0FD}" dt="2026-10-13T02:50:06.819" v="6112" actId="166"/>
          <ac:spMkLst>
            <pc:docMk/>
            <pc:sldMk cId="3038089303" sldId="285"/>
            <ac:spMk id="17" creationId="{3F1F39FC-F3D0-43E6-9261-1E9AC0BA7BB5}"/>
          </ac:spMkLst>
        </pc:spChg>
        <pc:spChg chg="add mod">
          <ac:chgData name="kousuke yamamoto" userId="516c4d66ab16f868" providerId="LiveId" clId="{6DE8346A-485C-46ED-AFC0-899DF69DB0FD}" dt="2026-10-13T03:02:49.311" v="6240" actId="1076"/>
          <ac:spMkLst>
            <pc:docMk/>
            <pc:sldMk cId="3038089303" sldId="285"/>
            <ac:spMk id="18" creationId="{DF353476-7206-4585-94BA-4178CF6EB453}"/>
          </ac:spMkLst>
        </pc:spChg>
        <pc:spChg chg="add mod ord">
          <ac:chgData name="kousuke yamamoto" userId="516c4d66ab16f868" providerId="LiveId" clId="{6DE8346A-485C-46ED-AFC0-899DF69DB0FD}" dt="2026-10-13T02:50:24.178" v="6118" actId="166"/>
          <ac:spMkLst>
            <pc:docMk/>
            <pc:sldMk cId="3038089303" sldId="285"/>
            <ac:spMk id="19" creationId="{A5F35148-4BF0-43A2-9A8B-7F1B08E0B58D}"/>
          </ac:spMkLst>
        </pc:spChg>
        <pc:spChg chg="add mod ord">
          <ac:chgData name="kousuke yamamoto" userId="516c4d66ab16f868" providerId="LiveId" clId="{6DE8346A-485C-46ED-AFC0-899DF69DB0FD}" dt="2026-10-13T02:50:08.978" v="6113" actId="166"/>
          <ac:spMkLst>
            <pc:docMk/>
            <pc:sldMk cId="3038089303" sldId="285"/>
            <ac:spMk id="20" creationId="{07328A86-C202-4509-9508-0745627946BE}"/>
          </ac:spMkLst>
        </pc:spChg>
        <pc:spChg chg="add mod ord">
          <ac:chgData name="kousuke yamamoto" userId="516c4d66ab16f868" providerId="LiveId" clId="{6DE8346A-485C-46ED-AFC0-899DF69DB0FD}" dt="2026-10-13T02:50:27.656" v="6119" actId="166"/>
          <ac:spMkLst>
            <pc:docMk/>
            <pc:sldMk cId="3038089303" sldId="285"/>
            <ac:spMk id="21" creationId="{74520AC0-4166-4AC8-BF2C-1460C1A608E9}"/>
          </ac:spMkLst>
        </pc:spChg>
        <pc:spChg chg="add mod ord">
          <ac:chgData name="kousuke yamamoto" userId="516c4d66ab16f868" providerId="LiveId" clId="{6DE8346A-485C-46ED-AFC0-899DF69DB0FD}" dt="2026-10-13T02:50:16.484" v="6115" actId="166"/>
          <ac:spMkLst>
            <pc:docMk/>
            <pc:sldMk cId="3038089303" sldId="285"/>
            <ac:spMk id="22" creationId="{2CC4795D-01B3-4768-ACED-53927B57E36F}"/>
          </ac:spMkLst>
        </pc:spChg>
        <pc:spChg chg="add mod ord">
          <ac:chgData name="kousuke yamamoto" userId="516c4d66ab16f868" providerId="LiveId" clId="{6DE8346A-485C-46ED-AFC0-899DF69DB0FD}" dt="2026-10-13T02:50:13.770" v="6114" actId="166"/>
          <ac:spMkLst>
            <pc:docMk/>
            <pc:sldMk cId="3038089303" sldId="285"/>
            <ac:spMk id="23" creationId="{63707EDB-3E6A-4DFA-A4AC-0ABE5025C951}"/>
          </ac:spMkLst>
        </pc:spChg>
        <pc:spChg chg="add mod">
          <ac:chgData name="kousuke yamamoto" userId="516c4d66ab16f868" providerId="LiveId" clId="{6DE8346A-485C-46ED-AFC0-899DF69DB0FD}" dt="2026-10-13T02:50:33.278" v="6120" actId="1076"/>
          <ac:spMkLst>
            <pc:docMk/>
            <pc:sldMk cId="3038089303" sldId="285"/>
            <ac:spMk id="24" creationId="{6100379A-6AA7-4DC3-9830-BB7FB8D5427B}"/>
          </ac:spMkLst>
        </pc:spChg>
        <pc:spChg chg="add mod">
          <ac:chgData name="kousuke yamamoto" userId="516c4d66ab16f868" providerId="LiveId" clId="{6DE8346A-485C-46ED-AFC0-899DF69DB0FD}" dt="2026-10-13T02:50:38.607" v="6121" actId="1076"/>
          <ac:spMkLst>
            <pc:docMk/>
            <pc:sldMk cId="3038089303" sldId="285"/>
            <ac:spMk id="25" creationId="{13410BDB-8193-4247-BE97-EBC5188EF124}"/>
          </ac:spMkLst>
        </pc:spChg>
        <pc:spChg chg="add mod">
          <ac:chgData name="kousuke yamamoto" userId="516c4d66ab16f868" providerId="LiveId" clId="{6DE8346A-485C-46ED-AFC0-899DF69DB0FD}" dt="2026-10-13T02:50:44.903" v="6122" actId="1076"/>
          <ac:spMkLst>
            <pc:docMk/>
            <pc:sldMk cId="3038089303" sldId="285"/>
            <ac:spMk id="26" creationId="{5A36540A-BCBE-4501-B524-D06EC5A97726}"/>
          </ac:spMkLst>
        </pc:spChg>
        <pc:spChg chg="add mod">
          <ac:chgData name="kousuke yamamoto" userId="516c4d66ab16f868" providerId="LiveId" clId="{6DE8346A-485C-46ED-AFC0-899DF69DB0FD}" dt="2026-10-13T02:51:01.278" v="6126" actId="1076"/>
          <ac:spMkLst>
            <pc:docMk/>
            <pc:sldMk cId="3038089303" sldId="285"/>
            <ac:spMk id="27" creationId="{6D8A253A-A971-4591-A892-3FE2777E9B4B}"/>
          </ac:spMkLst>
        </pc:spChg>
        <pc:spChg chg="add mod">
          <ac:chgData name="kousuke yamamoto" userId="516c4d66ab16f868" providerId="LiveId" clId="{6DE8346A-485C-46ED-AFC0-899DF69DB0FD}" dt="2026-10-13T02:51:05.575" v="6127" actId="1076"/>
          <ac:spMkLst>
            <pc:docMk/>
            <pc:sldMk cId="3038089303" sldId="285"/>
            <ac:spMk id="28" creationId="{8CE699A4-E979-444F-8361-900EAD79F753}"/>
          </ac:spMkLst>
        </pc:spChg>
        <pc:spChg chg="add mod">
          <ac:chgData name="kousuke yamamoto" userId="516c4d66ab16f868" providerId="LiveId" clId="{6DE8346A-485C-46ED-AFC0-899DF69DB0FD}" dt="2026-10-13T02:58:38.278" v="6201" actId="1076"/>
          <ac:spMkLst>
            <pc:docMk/>
            <pc:sldMk cId="3038089303" sldId="285"/>
            <ac:spMk id="29" creationId="{9F3004F1-305F-4494-9176-C5BD31C5970C}"/>
          </ac:spMkLst>
        </pc:spChg>
        <pc:spChg chg="add mod">
          <ac:chgData name="kousuke yamamoto" userId="516c4d66ab16f868" providerId="LiveId" clId="{6DE8346A-485C-46ED-AFC0-899DF69DB0FD}" dt="2026-10-13T02:59:53.584" v="6234" actId="1076"/>
          <ac:spMkLst>
            <pc:docMk/>
            <pc:sldMk cId="3038089303" sldId="285"/>
            <ac:spMk id="30" creationId="{A1B1D1AD-B30C-42E1-B229-3A5C51127EF1}"/>
          </ac:spMkLst>
        </pc:spChg>
        <pc:spChg chg="add mod">
          <ac:chgData name="kousuke yamamoto" userId="516c4d66ab16f868" providerId="LiveId" clId="{6DE8346A-485C-46ED-AFC0-899DF69DB0FD}" dt="2026-10-13T02:58:50.759" v="6208" actId="1076"/>
          <ac:spMkLst>
            <pc:docMk/>
            <pc:sldMk cId="3038089303" sldId="285"/>
            <ac:spMk id="31" creationId="{F15CFDEA-9EB8-496E-AD82-E175A58533F3}"/>
          </ac:spMkLst>
        </pc:spChg>
        <pc:spChg chg="add mod">
          <ac:chgData name="kousuke yamamoto" userId="516c4d66ab16f868" providerId="LiveId" clId="{6DE8346A-485C-46ED-AFC0-899DF69DB0FD}" dt="2026-10-13T02:59:49.581" v="6230" actId="1076"/>
          <ac:spMkLst>
            <pc:docMk/>
            <pc:sldMk cId="3038089303" sldId="285"/>
            <ac:spMk id="32" creationId="{9B657764-400C-4CFC-B088-7789D6C3755D}"/>
          </ac:spMkLst>
        </pc:spChg>
        <pc:spChg chg="add mod">
          <ac:chgData name="kousuke yamamoto" userId="516c4d66ab16f868" providerId="LiveId" clId="{6DE8346A-485C-46ED-AFC0-899DF69DB0FD}" dt="2026-10-13T02:59:32.575" v="6220" actId="1076"/>
          <ac:spMkLst>
            <pc:docMk/>
            <pc:sldMk cId="3038089303" sldId="285"/>
            <ac:spMk id="33" creationId="{9937A816-0F25-40AF-AC67-FCDDBA548BBA}"/>
          </ac:spMkLst>
        </pc:spChg>
        <pc:spChg chg="add mod">
          <ac:chgData name="kousuke yamamoto" userId="516c4d66ab16f868" providerId="LiveId" clId="{6DE8346A-485C-46ED-AFC0-899DF69DB0FD}" dt="2026-10-13T02:59:41.470" v="6226" actId="1076"/>
          <ac:spMkLst>
            <pc:docMk/>
            <pc:sldMk cId="3038089303" sldId="285"/>
            <ac:spMk id="34" creationId="{B7214138-3FBD-4856-9AEA-1272B39F74C9}"/>
          </ac:spMkLst>
        </pc:spChg>
        <pc:spChg chg="add mod">
          <ac:chgData name="kousuke yamamoto" userId="516c4d66ab16f868" providerId="LiveId" clId="{6DE8346A-485C-46ED-AFC0-899DF69DB0FD}" dt="2026-10-13T02:57:45.623" v="6193" actId="14100"/>
          <ac:spMkLst>
            <pc:docMk/>
            <pc:sldMk cId="3038089303" sldId="285"/>
            <ac:spMk id="35" creationId="{1BE64320-40B6-4ED1-AE8A-990C41460EF3}"/>
          </ac:spMkLst>
        </pc:spChg>
        <pc:spChg chg="add mod">
          <ac:chgData name="kousuke yamamoto" userId="516c4d66ab16f868" providerId="LiveId" clId="{6DE8346A-485C-46ED-AFC0-899DF69DB0FD}" dt="2026-10-13T02:59:52.783" v="6233" actId="1076"/>
          <ac:spMkLst>
            <pc:docMk/>
            <pc:sldMk cId="3038089303" sldId="285"/>
            <ac:spMk id="36" creationId="{6D8058BD-A8A0-420F-99FC-B30266C2F618}"/>
          </ac:spMkLst>
        </pc:spChg>
        <pc:spChg chg="add mod">
          <ac:chgData name="kousuke yamamoto" userId="516c4d66ab16f868" providerId="LiveId" clId="{6DE8346A-485C-46ED-AFC0-899DF69DB0FD}" dt="2026-10-13T02:59:52.086" v="6232" actId="1076"/>
          <ac:spMkLst>
            <pc:docMk/>
            <pc:sldMk cId="3038089303" sldId="285"/>
            <ac:spMk id="37" creationId="{F3EF0FF5-553E-4762-BEFF-E02D2ED4A0B7}"/>
          </ac:spMkLst>
        </pc:spChg>
        <pc:spChg chg="add mod">
          <ac:chgData name="kousuke yamamoto" userId="516c4d66ab16f868" providerId="LiveId" clId="{6DE8346A-485C-46ED-AFC0-899DF69DB0FD}" dt="2026-10-13T02:59:51.246" v="6231" actId="1076"/>
          <ac:spMkLst>
            <pc:docMk/>
            <pc:sldMk cId="3038089303" sldId="285"/>
            <ac:spMk id="38" creationId="{C166F7C5-AE47-46A0-80C2-734BB8613C5F}"/>
          </ac:spMkLst>
        </pc:spChg>
        <pc:spChg chg="add mod">
          <ac:chgData name="kousuke yamamoto" userId="516c4d66ab16f868" providerId="LiveId" clId="{6DE8346A-485C-46ED-AFC0-899DF69DB0FD}" dt="2026-10-13T03:17:54.911" v="6332" actId="1076"/>
          <ac:spMkLst>
            <pc:docMk/>
            <pc:sldMk cId="3038089303" sldId="285"/>
            <ac:spMk id="39" creationId="{AD34EC30-A839-4361-99FD-6208955FB032}"/>
          </ac:spMkLst>
        </pc:spChg>
        <pc:spChg chg="add mod">
          <ac:chgData name="kousuke yamamoto" userId="516c4d66ab16f868" providerId="LiveId" clId="{6DE8346A-485C-46ED-AFC0-899DF69DB0FD}" dt="2026-10-13T02:59:48.151" v="6229" actId="1076"/>
          <ac:spMkLst>
            <pc:docMk/>
            <pc:sldMk cId="3038089303" sldId="285"/>
            <ac:spMk id="40" creationId="{8D8C1C1D-2A5D-4D39-A2D4-C495AC95A442}"/>
          </ac:spMkLst>
        </pc:spChg>
        <pc:spChg chg="add mod">
          <ac:chgData name="kousuke yamamoto" userId="516c4d66ab16f868" providerId="LiveId" clId="{6DE8346A-485C-46ED-AFC0-899DF69DB0FD}" dt="2026-10-13T02:59:46.973" v="6228" actId="1076"/>
          <ac:spMkLst>
            <pc:docMk/>
            <pc:sldMk cId="3038089303" sldId="285"/>
            <ac:spMk id="41" creationId="{68E7BCF6-2C1D-4863-912A-1208C500A65D}"/>
          </ac:spMkLst>
        </pc:spChg>
        <pc:spChg chg="add mod">
          <ac:chgData name="kousuke yamamoto" userId="516c4d66ab16f868" providerId="LiveId" clId="{6DE8346A-485C-46ED-AFC0-899DF69DB0FD}" dt="2026-10-13T02:59:45.118" v="6227" actId="1076"/>
          <ac:spMkLst>
            <pc:docMk/>
            <pc:sldMk cId="3038089303" sldId="285"/>
            <ac:spMk id="42" creationId="{844B4E4A-350A-4426-8E73-55AC0BB49AB0}"/>
          </ac:spMkLst>
        </pc:spChg>
        <pc:spChg chg="add mod">
          <ac:chgData name="kousuke yamamoto" userId="516c4d66ab16f868" providerId="LiveId" clId="{6DE8346A-485C-46ED-AFC0-899DF69DB0FD}" dt="2026-10-13T02:59:39.984" v="6225" actId="1076"/>
          <ac:spMkLst>
            <pc:docMk/>
            <pc:sldMk cId="3038089303" sldId="285"/>
            <ac:spMk id="43" creationId="{5879CD0A-6E10-4EB1-A800-352063801E28}"/>
          </ac:spMkLst>
        </pc:spChg>
        <pc:spChg chg="add del mod">
          <ac:chgData name="kousuke yamamoto" userId="516c4d66ab16f868" providerId="LiveId" clId="{6DE8346A-485C-46ED-AFC0-899DF69DB0FD}" dt="2026-10-13T03:16:38.138" v="6318" actId="478"/>
          <ac:spMkLst>
            <pc:docMk/>
            <pc:sldMk cId="3038089303" sldId="285"/>
            <ac:spMk id="44" creationId="{2C58D7E0-C609-4E7A-BF32-841669C7058A}"/>
          </ac:spMkLst>
        </pc:spChg>
        <pc:spChg chg="add mod">
          <ac:chgData name="kousuke yamamoto" userId="516c4d66ab16f868" providerId="LiveId" clId="{6DE8346A-485C-46ED-AFC0-899DF69DB0FD}" dt="2026-10-13T03:24:22.848" v="6375" actId="20577"/>
          <ac:spMkLst>
            <pc:docMk/>
            <pc:sldMk cId="3038089303" sldId="285"/>
            <ac:spMk id="45" creationId="{FF30FB83-3A7C-4389-87BA-9EEF87C3B870}"/>
          </ac:spMkLst>
        </pc:spChg>
        <pc:spChg chg="add del mod">
          <ac:chgData name="kousuke yamamoto" userId="516c4d66ab16f868" providerId="LiveId" clId="{6DE8346A-485C-46ED-AFC0-899DF69DB0FD}" dt="2026-10-13T03:25:06.148" v="6377" actId="478"/>
          <ac:spMkLst>
            <pc:docMk/>
            <pc:sldMk cId="3038089303" sldId="285"/>
            <ac:spMk id="46" creationId="{A6B077C6-CCD0-4E2C-9190-F0F832F14EB5}"/>
          </ac:spMkLst>
        </pc:spChg>
        <pc:picChg chg="add del mod">
          <ac:chgData name="kousuke yamamoto" userId="516c4d66ab16f868" providerId="LiveId" clId="{6DE8346A-485C-46ED-AFC0-899DF69DB0FD}" dt="2026-10-13T02:14:52.224" v="5497" actId="478"/>
          <ac:picMkLst>
            <pc:docMk/>
            <pc:sldMk cId="3038089303" sldId="285"/>
            <ac:picMk id="4" creationId="{E918DD31-0D47-4658-B3CC-A58D8E02B3D1}"/>
          </ac:picMkLst>
        </pc:picChg>
      </pc:sldChg>
      <pc:sldChg chg="addSp delSp modSp new mod">
        <pc:chgData name="kousuke yamamoto" userId="516c4d66ab16f868" providerId="LiveId" clId="{6DE8346A-485C-46ED-AFC0-899DF69DB0FD}" dt="2026-10-13T06:43:27.187" v="6918" actId="255"/>
        <pc:sldMkLst>
          <pc:docMk/>
          <pc:sldMk cId="3167598594" sldId="286"/>
        </pc:sldMkLst>
        <pc:spChg chg="add mod">
          <ac:chgData name="kousuke yamamoto" userId="516c4d66ab16f868" providerId="LiveId" clId="{6DE8346A-485C-46ED-AFC0-899DF69DB0FD}" dt="2026-10-12T23:50:36.035" v="5450" actId="20577"/>
          <ac:spMkLst>
            <pc:docMk/>
            <pc:sldMk cId="3167598594" sldId="286"/>
            <ac:spMk id="2" creationId="{B61D921C-C142-4604-93C6-FFFA4EA5EA1D}"/>
          </ac:spMkLst>
        </pc:spChg>
        <pc:spChg chg="add del mod">
          <ac:chgData name="kousuke yamamoto" userId="516c4d66ab16f868" providerId="LiveId" clId="{6DE8346A-485C-46ED-AFC0-899DF69DB0FD}" dt="2026-10-13T03:22:52.066" v="6340" actId="478"/>
          <ac:spMkLst>
            <pc:docMk/>
            <pc:sldMk cId="3167598594" sldId="286"/>
            <ac:spMk id="3" creationId="{21EB29A5-D915-4FD7-92E5-5E45A3D30A66}"/>
          </ac:spMkLst>
        </pc:spChg>
        <pc:spChg chg="add del mod">
          <ac:chgData name="kousuke yamamoto" userId="516c4d66ab16f868" providerId="LiveId" clId="{6DE8346A-485C-46ED-AFC0-899DF69DB0FD}" dt="2026-10-13T03:22:57.240" v="6343" actId="478"/>
          <ac:spMkLst>
            <pc:docMk/>
            <pc:sldMk cId="3167598594" sldId="286"/>
            <ac:spMk id="4" creationId="{C76642F8-9354-4110-9E4F-EB49E09D12BD}"/>
          </ac:spMkLst>
        </pc:spChg>
        <pc:spChg chg="add del mod">
          <ac:chgData name="kousuke yamamoto" userId="516c4d66ab16f868" providerId="LiveId" clId="{6DE8346A-485C-46ED-AFC0-899DF69DB0FD}" dt="2026-10-13T03:22:55.431" v="6342" actId="478"/>
          <ac:spMkLst>
            <pc:docMk/>
            <pc:sldMk cId="3167598594" sldId="286"/>
            <ac:spMk id="5" creationId="{6369F447-55EA-40BA-B415-49E6A2D5BC91}"/>
          </ac:spMkLst>
        </pc:spChg>
        <pc:spChg chg="add del mod">
          <ac:chgData name="kousuke yamamoto" userId="516c4d66ab16f868" providerId="LiveId" clId="{6DE8346A-485C-46ED-AFC0-899DF69DB0FD}" dt="2026-10-13T03:22:53.725" v="6341" actId="478"/>
          <ac:spMkLst>
            <pc:docMk/>
            <pc:sldMk cId="3167598594" sldId="286"/>
            <ac:spMk id="6" creationId="{969AA25B-AF07-4006-AE50-DE2834878523}"/>
          </ac:spMkLst>
        </pc:spChg>
        <pc:spChg chg="add mod">
          <ac:chgData name="kousuke yamamoto" userId="516c4d66ab16f868" providerId="LiveId" clId="{6DE8346A-485C-46ED-AFC0-899DF69DB0FD}" dt="2026-10-13T06:43:19.796" v="6916" actId="255"/>
          <ac:spMkLst>
            <pc:docMk/>
            <pc:sldMk cId="3167598594" sldId="286"/>
            <ac:spMk id="7" creationId="{1C1F83AA-A083-4A12-B727-FF39EB2762D2}"/>
          </ac:spMkLst>
        </pc:spChg>
        <pc:spChg chg="add del mod">
          <ac:chgData name="kousuke yamamoto" userId="516c4d66ab16f868" providerId="LiveId" clId="{6DE8346A-485C-46ED-AFC0-899DF69DB0FD}" dt="2026-10-13T03:39:53.429" v="6389" actId="478"/>
          <ac:spMkLst>
            <pc:docMk/>
            <pc:sldMk cId="3167598594" sldId="286"/>
            <ac:spMk id="8" creationId="{FBC1B046-76B9-42C0-8880-E070136E9763}"/>
          </ac:spMkLst>
        </pc:spChg>
        <pc:spChg chg="add del mod">
          <ac:chgData name="kousuke yamamoto" userId="516c4d66ab16f868" providerId="LiveId" clId="{6DE8346A-485C-46ED-AFC0-899DF69DB0FD}" dt="2026-10-13T03:39:55.256" v="6390" actId="478"/>
          <ac:spMkLst>
            <pc:docMk/>
            <pc:sldMk cId="3167598594" sldId="286"/>
            <ac:spMk id="9" creationId="{B9BC5D2F-3795-4E8F-82BA-F0AF085098D8}"/>
          </ac:spMkLst>
        </pc:spChg>
        <pc:spChg chg="add del mod">
          <ac:chgData name="kousuke yamamoto" userId="516c4d66ab16f868" providerId="LiveId" clId="{6DE8346A-485C-46ED-AFC0-899DF69DB0FD}" dt="2026-10-13T03:39:57.286" v="6391" actId="478"/>
          <ac:spMkLst>
            <pc:docMk/>
            <pc:sldMk cId="3167598594" sldId="286"/>
            <ac:spMk id="10" creationId="{1F75EEDA-9385-4A80-AEBA-3C69A1F0A520}"/>
          </ac:spMkLst>
        </pc:spChg>
        <pc:spChg chg="add mod">
          <ac:chgData name="kousuke yamamoto" userId="516c4d66ab16f868" providerId="LiveId" clId="{6DE8346A-485C-46ED-AFC0-899DF69DB0FD}" dt="2026-10-13T06:43:27.187" v="6918" actId="255"/>
          <ac:spMkLst>
            <pc:docMk/>
            <pc:sldMk cId="3167598594" sldId="286"/>
            <ac:spMk id="11" creationId="{F6540006-79C1-4FFD-8D54-1C0746010D30}"/>
          </ac:spMkLst>
        </pc:spChg>
        <pc:spChg chg="add del mod">
          <ac:chgData name="kousuke yamamoto" userId="516c4d66ab16f868" providerId="LiveId" clId="{6DE8346A-485C-46ED-AFC0-899DF69DB0FD}" dt="2026-10-13T05:54:56.931" v="6542" actId="478"/>
          <ac:spMkLst>
            <pc:docMk/>
            <pc:sldMk cId="3167598594" sldId="286"/>
            <ac:spMk id="12" creationId="{AA51FD83-75AA-4DB5-BD84-31A3AC0C496D}"/>
          </ac:spMkLst>
        </pc:spChg>
        <pc:spChg chg="add mod">
          <ac:chgData name="kousuke yamamoto" userId="516c4d66ab16f868" providerId="LiveId" clId="{6DE8346A-485C-46ED-AFC0-899DF69DB0FD}" dt="2026-10-13T06:29:32.852" v="6676" actId="1076"/>
          <ac:spMkLst>
            <pc:docMk/>
            <pc:sldMk cId="3167598594" sldId="286"/>
            <ac:spMk id="13" creationId="{A3A6D2B9-F66F-4A14-8518-5F61C176019E}"/>
          </ac:spMkLst>
        </pc:spChg>
        <pc:spChg chg="add mod">
          <ac:chgData name="kousuke yamamoto" userId="516c4d66ab16f868" providerId="LiveId" clId="{6DE8346A-485C-46ED-AFC0-899DF69DB0FD}" dt="2026-10-13T06:29:28.692" v="6675" actId="1076"/>
          <ac:spMkLst>
            <pc:docMk/>
            <pc:sldMk cId="3167598594" sldId="286"/>
            <ac:spMk id="14" creationId="{A2B7C8CC-EB8A-4B73-BF31-D06F65E6FC69}"/>
          </ac:spMkLst>
        </pc:spChg>
        <pc:spChg chg="add mod">
          <ac:chgData name="kousuke yamamoto" userId="516c4d66ab16f868" providerId="LiveId" clId="{6DE8346A-485C-46ED-AFC0-899DF69DB0FD}" dt="2026-10-13T06:42:56.700" v="6913" actId="255"/>
          <ac:spMkLst>
            <pc:docMk/>
            <pc:sldMk cId="3167598594" sldId="286"/>
            <ac:spMk id="15" creationId="{6343B839-5B2A-45D3-9BF9-78F908106039}"/>
          </ac:spMkLst>
        </pc:spChg>
        <pc:spChg chg="add del mod">
          <ac:chgData name="kousuke yamamoto" userId="516c4d66ab16f868" providerId="LiveId" clId="{6DE8346A-485C-46ED-AFC0-899DF69DB0FD}" dt="2026-10-13T06:29:17.335" v="6673" actId="478"/>
          <ac:spMkLst>
            <pc:docMk/>
            <pc:sldMk cId="3167598594" sldId="286"/>
            <ac:spMk id="16" creationId="{9A45FDC1-447A-41FF-8F46-574C8D5CBF10}"/>
          </ac:spMkLst>
        </pc:spChg>
        <pc:spChg chg="add mod">
          <ac:chgData name="kousuke yamamoto" userId="516c4d66ab16f868" providerId="LiveId" clId="{6DE8346A-485C-46ED-AFC0-899DF69DB0FD}" dt="2026-10-13T06:43:04.820" v="6914" actId="255"/>
          <ac:spMkLst>
            <pc:docMk/>
            <pc:sldMk cId="3167598594" sldId="286"/>
            <ac:spMk id="17" creationId="{68989456-74A1-4075-B926-1BF665814DC0}"/>
          </ac:spMkLst>
        </pc:spChg>
        <pc:spChg chg="add del">
          <ac:chgData name="kousuke yamamoto" userId="516c4d66ab16f868" providerId="LiveId" clId="{6DE8346A-485C-46ED-AFC0-899DF69DB0FD}" dt="2026-10-13T06:29:47.560" v="6678"/>
          <ac:spMkLst>
            <pc:docMk/>
            <pc:sldMk cId="3167598594" sldId="286"/>
            <ac:spMk id="18" creationId="{FAC0C23A-49E0-440C-A0A6-E8A4B38DDFAC}"/>
          </ac:spMkLst>
        </pc:spChg>
      </pc:sldChg>
      <pc:sldChg chg="addSp modSp new del mod">
        <pc:chgData name="kousuke yamamoto" userId="516c4d66ab16f868" providerId="LiveId" clId="{6DE8346A-485C-46ED-AFC0-899DF69DB0FD}" dt="2026-10-13T05:48:45.579" v="6507" actId="2696"/>
        <pc:sldMkLst>
          <pc:docMk/>
          <pc:sldMk cId="414646803" sldId="287"/>
        </pc:sldMkLst>
        <pc:spChg chg="add mod">
          <ac:chgData name="kousuke yamamoto" userId="516c4d66ab16f868" providerId="LiveId" clId="{6DE8346A-485C-46ED-AFC0-899DF69DB0FD}" dt="2026-10-12T23:50:46.551" v="5473" actId="20577"/>
          <ac:spMkLst>
            <pc:docMk/>
            <pc:sldMk cId="414646803" sldId="287"/>
            <ac:spMk id="2" creationId="{E9CE2ECE-D002-46F1-BA6D-EFDA5CC2BD38}"/>
          </ac:spMkLst>
        </pc:spChg>
        <pc:spChg chg="add mod">
          <ac:chgData name="kousuke yamamoto" userId="516c4d66ab16f868" providerId="LiveId" clId="{6DE8346A-485C-46ED-AFC0-899DF69DB0FD}" dt="2026-10-13T03:54:13.655" v="6487" actId="20577"/>
          <ac:spMkLst>
            <pc:docMk/>
            <pc:sldMk cId="414646803" sldId="287"/>
            <ac:spMk id="3" creationId="{E6FD3D6A-BCDB-4122-AB01-C05283BC622B}"/>
          </ac:spMkLst>
        </pc:spChg>
      </pc:sldChg>
      <pc:sldChg chg="addSp modSp new del mod">
        <pc:chgData name="kousuke yamamoto" userId="516c4d66ab16f868" providerId="LiveId" clId="{6DE8346A-485C-46ED-AFC0-899DF69DB0FD}" dt="2026-10-13T05:48:47.532" v="6508" actId="2696"/>
        <pc:sldMkLst>
          <pc:docMk/>
          <pc:sldMk cId="617470736" sldId="288"/>
        </pc:sldMkLst>
        <pc:spChg chg="add mod">
          <ac:chgData name="kousuke yamamoto" userId="516c4d66ab16f868" providerId="LiveId" clId="{6DE8346A-485C-46ED-AFC0-899DF69DB0FD}" dt="2026-10-12T23:50:55.314" v="5494" actId="20577"/>
          <ac:spMkLst>
            <pc:docMk/>
            <pc:sldMk cId="617470736" sldId="288"/>
            <ac:spMk id="2" creationId="{5D489518-5208-4833-B031-8AF94C1E0795}"/>
          </ac:spMkLst>
        </pc:spChg>
      </pc:sldChg>
      <pc:sldMasterChg chg="setBg">
        <pc:chgData name="kousuke yamamoto" userId="516c4d66ab16f868" providerId="LiveId" clId="{6DE8346A-485C-46ED-AFC0-899DF69DB0FD}" dt="2026-10-09T13:07:40.205" v="2418"/>
        <pc:sldMasterMkLst>
          <pc:docMk/>
          <pc:sldMasterMk cId="4069848456" sldId="214748388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BABC-04D1-40FF-A826-E108E600BEAD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18AC2-2250-4479-91AF-2B392C52A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67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18AC2-2250-4479-91AF-2B392C52A59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92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4AA89A-4FD6-410D-98A4-CDDDACB4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3B7692-8F70-4319-8B2E-6119C3CA8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B948F-A1AE-49BA-9D0F-FF09A8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08FA4-C126-4017-B117-E1068C90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8AAC90-7ECB-4985-9001-2A24AFB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1978C-C2EA-47ED-B3A6-C468569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A96DB-DD84-4A59-BA32-353FC569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5FC3-FA6C-4808-BD0B-6379E79E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D3FCD7-D70F-4A79-8B61-066F1184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840BE6-FD58-4408-87A6-EF8FBA0E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BFE32-1BB1-4B8F-BAFD-B05AF5D1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7917F7-841D-4C80-A9D9-77AC1DFC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7B159B-232F-48DE-805F-77F042B3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B963A-B036-4CEF-96F0-74D9FCA4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822D8-6914-4AFC-A4FF-69FB2372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B3C6D-48CF-42EF-B5B4-7A969B15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4069B9-E893-403B-9279-364D8C666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1FEAB4-24BA-49EB-B90D-DA135D23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31607F-603A-41C6-9529-B4063FD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7781A-F984-45E7-A0F5-0E08A72C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A325EF-779C-4205-A351-2096609A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330BA-C62C-47E8-82A7-E6703338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00F23-CE37-443E-AA3A-D7E24D2F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D35A09-324D-45D0-90EA-F86A693F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2DA707-1C25-4C43-841E-BFE644C8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327190-65AC-44BA-ACE1-497CF46E2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4C7B01-EDF8-4B3F-BAF3-F8EE338A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4D3EC0-7B88-4803-9501-329AAC79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B42BF-BBA7-49DE-ADE4-C67E52FA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54E6B-30D6-4007-A3B5-A86D131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7C5C9B-5101-4F67-BD20-588558B3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FD2F83-F5B8-4A27-84F2-D99A43EE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03727D-189F-475D-B02D-520EE9D7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8C4C61-7344-4435-9376-04565DB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3EFB45-94E9-4071-A44E-ADAE80FE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F63773-7012-4D90-B18D-497DDF3F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5B740-B65A-4E7E-8297-15C5CC2F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D5B80-699A-4C50-A108-073865E5A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60166-67BD-4651-AB11-E8C51C0E4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B8886-FB6C-45AA-9AE6-21B2EE97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6AB80F-2F20-4440-82E0-C3A1FC2E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579024-AB5F-4D27-A41C-F1C4CCDF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6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84458-5E97-4E29-AA43-9949E0B8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69EC36-E65D-4B71-9336-BFC6394C5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6C547-2F68-47E4-B42C-B3B80457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1E8956-A15C-4E87-9E8E-39BCB6F0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BD40F-24F1-4D50-9EE1-CD7F912D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8571B2-3159-4D42-A344-0E42097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3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A728-C0DE-4485-98CA-CBC99DB8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9F6F21-022A-40FE-AF1D-3FCED064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642CBA-2A36-4961-919D-2136F672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CB4DE-64F5-4228-90B2-6B537250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392EC-854D-485C-9A2B-4BD899B3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B091DA-4C4D-454A-95C4-CAEF2CEA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77D5C9-6A9A-42EE-8F67-6AECA873D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0B2D21-F05C-4D5C-8221-5E5800FC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4B0A77-887A-42B7-9237-16744A00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D86AF-B1FB-489C-9672-A8BDE71A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1F015-F5EC-4FB5-A547-FCE7F090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DA307-7903-4BEA-8989-D1385881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9C99A8-F8C5-43B9-8CE6-A7F0F7BD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AE351-CB76-4220-8F44-E1FB0BD60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84726-8B01-485A-96BD-D8955A14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E4263-8370-4EC0-B987-B59700E54FA7}"/>
              </a:ext>
            </a:extLst>
          </p:cNvPr>
          <p:cNvSpPr/>
          <p:nvPr/>
        </p:nvSpPr>
        <p:spPr>
          <a:xfrm>
            <a:off x="1057476" y="1190625"/>
            <a:ext cx="10077045" cy="21743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雨粒をつなげ</a:t>
            </a:r>
            <a:endParaRPr kumimoji="1" lang="ja-JP" altLang="en-US" sz="9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D15FD0-936A-427E-B92E-3358E9AE87D9}"/>
              </a:ext>
            </a:extLst>
          </p:cNvPr>
          <p:cNvSpPr/>
          <p:nvPr/>
        </p:nvSpPr>
        <p:spPr>
          <a:xfrm>
            <a:off x="1824037" y="4160521"/>
            <a:ext cx="8993315" cy="20707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ジャンル：お絵描き　パズル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対応プラットフォーム：</a:t>
            </a:r>
            <a:r>
              <a:rPr kumimoji="1" lang="en-US" altLang="ja-JP" sz="3200" b="1" dirty="0">
                <a:solidFill>
                  <a:sysClr val="windowText" lastClr="000000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Windows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制作環境：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Unity</a:t>
            </a:r>
          </a:p>
          <a:p>
            <a:pPr algn="ctr"/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山本　康介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26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C561F1-FDA6-4832-85FC-55DECA0C810B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コンセプト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63804E-FE2A-4C2D-BEFD-F4BD29373D26}"/>
              </a:ext>
            </a:extLst>
          </p:cNvPr>
          <p:cNvSpPr/>
          <p:nvPr/>
        </p:nvSpPr>
        <p:spPr>
          <a:xfrm>
            <a:off x="3608832" y="2400300"/>
            <a:ext cx="8583168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雨粒を動かし、つなぐ。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つの操作で文字を完成させる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新感覚パズルゲーム</a:t>
            </a:r>
            <a:endParaRPr kumimoji="1" lang="ja-JP" altLang="en-US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72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EB8866-B2AB-46E3-BF79-199DBE209AC0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ルール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B4C70F9-EE12-4712-B55E-5E13C5053109}"/>
              </a:ext>
            </a:extLst>
          </p:cNvPr>
          <p:cNvSpPr/>
          <p:nvPr/>
        </p:nvSpPr>
        <p:spPr>
          <a:xfrm>
            <a:off x="3636264" y="4050792"/>
            <a:ext cx="7208520" cy="2089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１　雨粒を動かしつなげてお題を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完成させるパズルゲーム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２　</a:t>
            </a: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ステージ開始時に雨粒とお題が配置される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３　クリアの条件は制限時間以内に　　　　　　</a:t>
            </a:r>
            <a:endParaRPr kumimoji="1"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お題を完成させること</a:t>
            </a:r>
            <a:endParaRPr kumimoji="1"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４　ゲームオーバーの条件は制限時間以内に　　　　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お題を完成できなかった場合　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５　お題を完成させるとステージクリアとなり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次のステージに進む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2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endParaRPr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637463-A11F-4928-B973-6183D9E8405A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ゲームシステム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B50608-2057-42C2-A303-D9128A05C20D}"/>
              </a:ext>
            </a:extLst>
          </p:cNvPr>
          <p:cNvSpPr/>
          <p:nvPr/>
        </p:nvSpPr>
        <p:spPr>
          <a:xfrm>
            <a:off x="3791712" y="2638044"/>
            <a:ext cx="8400288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プレイ人数：１人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ステージ数：？ステージ</a:t>
            </a:r>
            <a:endParaRPr kumimoji="1"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お題の種類：？個</a:t>
            </a:r>
            <a:endParaRPr kumimoji="1" lang="ja-JP" altLang="en-US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13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ADCEF30-195E-423C-BFA2-AEDD596C26F7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</a:t>
            </a:r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FB3DCF-94BD-453F-BFAA-C59ACBE464E2}"/>
              </a:ext>
            </a:extLst>
          </p:cNvPr>
          <p:cNvSpPr/>
          <p:nvPr/>
        </p:nvSpPr>
        <p:spPr>
          <a:xfrm>
            <a:off x="1981200" y="2555748"/>
            <a:ext cx="8400288" cy="2784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プレイヤーが雨粒をつなげて完成させる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文字や図形を表示したもの</a:t>
            </a:r>
            <a:r>
              <a:rPr lang="ja-JP" altLang="en-US" sz="3200" dirty="0"/>
              <a:t>難易度が変化する。</a:t>
            </a:r>
            <a:r>
              <a:rPr kumimoji="1" lang="ja-JP" altLang="en-US" dirty="0"/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70030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D4C209-54CC-4332-B0F8-CC6C09EB4A23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雨粒について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801DE5-A2A9-4D03-83C9-3FF17D964086}"/>
              </a:ext>
            </a:extLst>
          </p:cNvPr>
          <p:cNvSpPr/>
          <p:nvPr/>
        </p:nvSpPr>
        <p:spPr>
          <a:xfrm>
            <a:off x="1895856" y="1914144"/>
            <a:ext cx="8400288" cy="1488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盤面に配置される文字を完成させるための</a:t>
            </a:r>
            <a:endParaRPr kumimoji="1"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パズルのピース</a:t>
            </a:r>
          </a:p>
          <a:p>
            <a:pPr algn="ctr"/>
            <a:r>
              <a:rPr kumimoji="1" lang="ja-JP" altLang="en-US" dirty="0"/>
              <a:t>配置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E68979-F253-4145-973B-0146BC1E3A27}"/>
              </a:ext>
            </a:extLst>
          </p:cNvPr>
          <p:cNvSpPr/>
          <p:nvPr/>
        </p:nvSpPr>
        <p:spPr>
          <a:xfrm>
            <a:off x="0" y="3767323"/>
            <a:ext cx="6190488" cy="62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kumimoji="1"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新しい雨粒を</a:t>
            </a: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キーボドで追加できる</a:t>
            </a:r>
            <a:endParaRPr lang="en-US" altLang="ja-JP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/>
              <a:t>配置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6669D6-91F4-4E3B-9A9A-A780CD713927}"/>
              </a:ext>
            </a:extLst>
          </p:cNvPr>
          <p:cNvSpPr/>
          <p:nvPr/>
        </p:nvSpPr>
        <p:spPr>
          <a:xfrm>
            <a:off x="6096000" y="3739894"/>
            <a:ext cx="6190488" cy="62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既存の雨粒も動かすことができる</a:t>
            </a:r>
            <a:r>
              <a:rPr kumimoji="1" lang="ja-JP" altLang="en-US" sz="2400" dirty="0"/>
              <a:t>配置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128F9EF-9FB7-4871-8A9F-8C13C99E5C3F}"/>
              </a:ext>
            </a:extLst>
          </p:cNvPr>
          <p:cNvSpPr/>
          <p:nvPr/>
        </p:nvSpPr>
        <p:spPr>
          <a:xfrm>
            <a:off x="658368" y="4389114"/>
            <a:ext cx="4892040" cy="2468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038B833-6FB6-4417-935E-96FB8B4897CC}"/>
              </a:ext>
            </a:extLst>
          </p:cNvPr>
          <p:cNvSpPr/>
          <p:nvPr/>
        </p:nvSpPr>
        <p:spPr>
          <a:xfrm>
            <a:off x="6571488" y="4389114"/>
            <a:ext cx="4748784" cy="2468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0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2B20E76-C582-4E6E-A7D5-0964F6B93709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つなぎ方について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E62F598-02D1-4EB1-A487-6FB12CCEDC43}"/>
              </a:ext>
            </a:extLst>
          </p:cNvPr>
          <p:cNvSpPr/>
          <p:nvPr/>
        </p:nvSpPr>
        <p:spPr>
          <a:xfrm>
            <a:off x="1981200" y="2555748"/>
            <a:ext cx="8400288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つなぎたい雨粒を選択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次につなぐ雨粒を選択</a:t>
            </a:r>
            <a:endParaRPr kumimoji="1"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選んだ雨粒同士が線になる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お題と同じ形になれば完成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E5DE03FF-5E52-4BEE-ACDB-B96C0C86EC95}"/>
              </a:ext>
            </a:extLst>
          </p:cNvPr>
          <p:cNvSpPr/>
          <p:nvPr/>
        </p:nvSpPr>
        <p:spPr>
          <a:xfrm>
            <a:off x="749808" y="497433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9A2543E-92BD-4B1B-AD34-5A9EA9CED833}"/>
              </a:ext>
            </a:extLst>
          </p:cNvPr>
          <p:cNvSpPr/>
          <p:nvPr/>
        </p:nvSpPr>
        <p:spPr>
          <a:xfrm>
            <a:off x="4322064" y="4968240"/>
            <a:ext cx="914400" cy="9204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5FAE8E-14BE-47DF-BA4E-BA92BB73D355}"/>
              </a:ext>
            </a:extLst>
          </p:cNvPr>
          <p:cNvSpPr/>
          <p:nvPr/>
        </p:nvSpPr>
        <p:spPr>
          <a:xfrm>
            <a:off x="749808" y="4968240"/>
            <a:ext cx="448665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79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0537C25-B255-4A44-98EA-43A8BB003341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画面フロー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1DD4BE-C356-467C-9719-92E83D8B957E}"/>
              </a:ext>
            </a:extLst>
          </p:cNvPr>
          <p:cNvSpPr/>
          <p:nvPr/>
        </p:nvSpPr>
        <p:spPr>
          <a:xfrm>
            <a:off x="605983" y="2222959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ゲームのタイトル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67D029-82F1-49A8-82D6-F81DDEE17C3E}"/>
              </a:ext>
            </a:extLst>
          </p:cNvPr>
          <p:cNvSpPr/>
          <p:nvPr/>
        </p:nvSpPr>
        <p:spPr>
          <a:xfrm>
            <a:off x="8204826" y="2290537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ゲームステージ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758042D-F89C-402E-A628-CC6409B99283}"/>
              </a:ext>
            </a:extLst>
          </p:cNvPr>
          <p:cNvSpPr/>
          <p:nvPr/>
        </p:nvSpPr>
        <p:spPr>
          <a:xfrm>
            <a:off x="605983" y="4097450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操作説明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B4A214-41C3-45F9-9B3E-546EE27161F1}"/>
              </a:ext>
            </a:extLst>
          </p:cNvPr>
          <p:cNvSpPr/>
          <p:nvPr/>
        </p:nvSpPr>
        <p:spPr>
          <a:xfrm>
            <a:off x="4843400" y="4098388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チュートリアル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FD84B9B-BDBA-4112-9C43-EC7761E23D27}"/>
              </a:ext>
            </a:extLst>
          </p:cNvPr>
          <p:cNvSpPr/>
          <p:nvPr/>
        </p:nvSpPr>
        <p:spPr>
          <a:xfrm>
            <a:off x="4758993" y="2222959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ホーム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B5AFD7-04DE-4FE7-AEF2-C5307E96DF27}"/>
              </a:ext>
            </a:extLst>
          </p:cNvPr>
          <p:cNvSpPr/>
          <p:nvPr/>
        </p:nvSpPr>
        <p:spPr>
          <a:xfrm>
            <a:off x="8204827" y="4098388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判定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2088A916-F0BF-4FAA-AB26-AF2808EF7C33}"/>
              </a:ext>
            </a:extLst>
          </p:cNvPr>
          <p:cNvSpPr/>
          <p:nvPr/>
        </p:nvSpPr>
        <p:spPr>
          <a:xfrm rot="16200000">
            <a:off x="4797184" y="3321176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52CE8A92-8BED-4F2E-BF82-485A11D7F5F9}"/>
              </a:ext>
            </a:extLst>
          </p:cNvPr>
          <p:cNvSpPr/>
          <p:nvPr/>
        </p:nvSpPr>
        <p:spPr>
          <a:xfrm rot="5400000">
            <a:off x="2464718" y="3358931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F2D6FF40-2A08-4B39-9920-A8861A30258A}"/>
              </a:ext>
            </a:extLst>
          </p:cNvPr>
          <p:cNvSpPr/>
          <p:nvPr/>
        </p:nvSpPr>
        <p:spPr>
          <a:xfrm>
            <a:off x="3542279" y="2433200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F3D2CB7A-7A4C-40CE-8699-E3298A15018D}"/>
              </a:ext>
            </a:extLst>
          </p:cNvPr>
          <p:cNvSpPr/>
          <p:nvPr/>
        </p:nvSpPr>
        <p:spPr>
          <a:xfrm rot="5400000">
            <a:off x="6524792" y="3372198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9384F0A4-2439-43AE-AAF2-5A6888D025FA}"/>
              </a:ext>
            </a:extLst>
          </p:cNvPr>
          <p:cNvSpPr/>
          <p:nvPr/>
        </p:nvSpPr>
        <p:spPr>
          <a:xfrm rot="16200000">
            <a:off x="561490" y="3358929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E40A7C14-4771-4FBE-B8E6-0772B7B73EFE}"/>
              </a:ext>
            </a:extLst>
          </p:cNvPr>
          <p:cNvSpPr/>
          <p:nvPr/>
        </p:nvSpPr>
        <p:spPr>
          <a:xfrm>
            <a:off x="7341701" y="2476549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31208930-4B03-4392-8F71-0BF8EA847453}"/>
              </a:ext>
            </a:extLst>
          </p:cNvPr>
          <p:cNvSpPr/>
          <p:nvPr/>
        </p:nvSpPr>
        <p:spPr>
          <a:xfrm rot="5400000">
            <a:off x="9064615" y="3380476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316F24BE-E1CC-43D8-9A07-75D7CEDE1045}"/>
              </a:ext>
            </a:extLst>
          </p:cNvPr>
          <p:cNvSpPr/>
          <p:nvPr/>
        </p:nvSpPr>
        <p:spPr>
          <a:xfrm rot="8588250">
            <a:off x="7390925" y="2794075"/>
            <a:ext cx="484632" cy="145438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1BAEC4F5-FB46-46CC-81B4-53CAE8750BB4}"/>
              </a:ext>
            </a:extLst>
          </p:cNvPr>
          <p:cNvSpPr/>
          <p:nvPr/>
        </p:nvSpPr>
        <p:spPr>
          <a:xfrm rot="5400000">
            <a:off x="9064616" y="5146619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D1D831D-667F-4331-95A2-8093F437FB45}"/>
              </a:ext>
            </a:extLst>
          </p:cNvPr>
          <p:cNvSpPr/>
          <p:nvPr/>
        </p:nvSpPr>
        <p:spPr>
          <a:xfrm>
            <a:off x="8204823" y="5822824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クリア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6314B7D-5886-43B5-B779-EB183DDE69E4}"/>
              </a:ext>
            </a:extLst>
          </p:cNvPr>
          <p:cNvSpPr txBox="1"/>
          <p:nvPr/>
        </p:nvSpPr>
        <p:spPr>
          <a:xfrm>
            <a:off x="1111421" y="3324130"/>
            <a:ext cx="1382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ボタンが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押されたら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29D1137-0091-4219-8865-AA77D1E9C5B2}"/>
              </a:ext>
            </a:extLst>
          </p:cNvPr>
          <p:cNvSpPr txBox="1"/>
          <p:nvPr/>
        </p:nvSpPr>
        <p:spPr>
          <a:xfrm>
            <a:off x="5386226" y="3347247"/>
            <a:ext cx="1125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ボタンが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押されたら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6BC562-8136-4B2B-8141-5B7D4154F3B7}"/>
              </a:ext>
            </a:extLst>
          </p:cNvPr>
          <p:cNvSpPr txBox="1"/>
          <p:nvPr/>
        </p:nvSpPr>
        <p:spPr>
          <a:xfrm>
            <a:off x="9681066" y="3429000"/>
            <a:ext cx="1260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時間によって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CE9199-270B-45CA-B983-507277CE6A3D}"/>
              </a:ext>
            </a:extLst>
          </p:cNvPr>
          <p:cNvSpPr txBox="1"/>
          <p:nvPr/>
        </p:nvSpPr>
        <p:spPr>
          <a:xfrm>
            <a:off x="7079465" y="1888507"/>
            <a:ext cx="1122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ボタンが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押されたら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6512CC9-62D8-49A9-87F6-9559496D928D}"/>
              </a:ext>
            </a:extLst>
          </p:cNvPr>
          <p:cNvSpPr txBox="1"/>
          <p:nvPr/>
        </p:nvSpPr>
        <p:spPr>
          <a:xfrm>
            <a:off x="3275157" y="1888507"/>
            <a:ext cx="1125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ボタンが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押されたら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1AC332D-E2FD-4164-B08A-E5D595581D4E}"/>
              </a:ext>
            </a:extLst>
          </p:cNvPr>
          <p:cNvSpPr txBox="1"/>
          <p:nvPr/>
        </p:nvSpPr>
        <p:spPr>
          <a:xfrm>
            <a:off x="9748498" y="5098551"/>
            <a:ext cx="1125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お題を完成させた場合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85B3FC4-17F4-440E-979F-7473462E7AD7}"/>
              </a:ext>
            </a:extLst>
          </p:cNvPr>
          <p:cNvSpPr txBox="1"/>
          <p:nvPr/>
        </p:nvSpPr>
        <p:spPr>
          <a:xfrm>
            <a:off x="8108635" y="3325981"/>
            <a:ext cx="1125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お題を完成できなかった場合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90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B56022-3991-4582-B264-D5159A466AD6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ゲームフロー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196AA0-7EA6-4319-83C9-83BAB6191F3E}"/>
              </a:ext>
            </a:extLst>
          </p:cNvPr>
          <p:cNvSpPr/>
          <p:nvPr/>
        </p:nvSpPr>
        <p:spPr>
          <a:xfrm>
            <a:off x="1359604" y="2106455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ゲームステージ開始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E3A274-75C4-4EF3-9C8C-A999037F66CC}"/>
              </a:ext>
            </a:extLst>
          </p:cNvPr>
          <p:cNvSpPr/>
          <p:nvPr/>
        </p:nvSpPr>
        <p:spPr>
          <a:xfrm>
            <a:off x="4657303" y="2106455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お題確認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F9DFC8-3E87-4D20-A218-CF67F5E0DA0C}"/>
              </a:ext>
            </a:extLst>
          </p:cNvPr>
          <p:cNvSpPr/>
          <p:nvPr/>
        </p:nvSpPr>
        <p:spPr>
          <a:xfrm>
            <a:off x="7955002" y="2095226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判定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8FA3BAC-C2AE-46A5-9F36-4EF9B54E44A0}"/>
              </a:ext>
            </a:extLst>
          </p:cNvPr>
          <p:cNvSpPr/>
          <p:nvPr/>
        </p:nvSpPr>
        <p:spPr>
          <a:xfrm>
            <a:off x="7963770" y="4078690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クリア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AE805523-9FEF-4666-97AA-CC6C456F4D64}"/>
              </a:ext>
            </a:extLst>
          </p:cNvPr>
          <p:cNvSpPr/>
          <p:nvPr/>
        </p:nvSpPr>
        <p:spPr>
          <a:xfrm rot="7615813">
            <a:off x="7276389" y="3125684"/>
            <a:ext cx="72738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7F074B9-9193-46C2-A53C-1EEBB3E433EA}"/>
              </a:ext>
            </a:extLst>
          </p:cNvPr>
          <p:cNvSpPr/>
          <p:nvPr/>
        </p:nvSpPr>
        <p:spPr>
          <a:xfrm>
            <a:off x="7165944" y="2292469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62D2C44A-4AE9-4076-A8A6-8158833664D4}"/>
              </a:ext>
            </a:extLst>
          </p:cNvPr>
          <p:cNvSpPr/>
          <p:nvPr/>
        </p:nvSpPr>
        <p:spPr>
          <a:xfrm>
            <a:off x="3868245" y="2285411"/>
            <a:ext cx="521368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9FC3CFB9-3E91-4CFB-A4AD-ABAE92EDA9BF}"/>
              </a:ext>
            </a:extLst>
          </p:cNvPr>
          <p:cNvSpPr/>
          <p:nvPr/>
        </p:nvSpPr>
        <p:spPr>
          <a:xfrm rot="5400000">
            <a:off x="8839138" y="3272971"/>
            <a:ext cx="49021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9B13876-5635-4D9F-97C4-EF2C934955F4}"/>
              </a:ext>
            </a:extLst>
          </p:cNvPr>
          <p:cNvSpPr/>
          <p:nvPr/>
        </p:nvSpPr>
        <p:spPr>
          <a:xfrm>
            <a:off x="5114943" y="4090268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ゲームオーバー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3634B4C-7FF9-4C48-9002-35926B33D6C4}"/>
              </a:ext>
            </a:extLst>
          </p:cNvPr>
          <p:cNvSpPr/>
          <p:nvPr/>
        </p:nvSpPr>
        <p:spPr>
          <a:xfrm rot="5400000">
            <a:off x="8830370" y="5176716"/>
            <a:ext cx="49021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A9E3631-D2B6-42D5-A257-ADF2FE2524E0}"/>
              </a:ext>
            </a:extLst>
          </p:cNvPr>
          <p:cNvSpPr/>
          <p:nvPr/>
        </p:nvSpPr>
        <p:spPr>
          <a:xfrm>
            <a:off x="7963770" y="5902716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次のステージ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776544A4-5369-4038-AFB1-D6B9C6AEC24A}"/>
              </a:ext>
            </a:extLst>
          </p:cNvPr>
          <p:cNvSpPr/>
          <p:nvPr/>
        </p:nvSpPr>
        <p:spPr>
          <a:xfrm rot="10800000">
            <a:off x="4261960" y="4276281"/>
            <a:ext cx="49021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8C93543-9D0F-42BF-9C87-7161E541916D}"/>
              </a:ext>
            </a:extLst>
          </p:cNvPr>
          <p:cNvSpPr/>
          <p:nvPr/>
        </p:nvSpPr>
        <p:spPr>
          <a:xfrm>
            <a:off x="1658238" y="4092883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ホームに戻る</a:t>
            </a:r>
          </a:p>
        </p:txBody>
      </p:sp>
    </p:spTree>
    <p:extLst>
      <p:ext uri="{BB962C8B-B14F-4D97-AF65-F5344CB8AC3E}">
        <p14:creationId xmlns:p14="http://schemas.microsoft.com/office/powerpoint/2010/main" val="241659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6C015C-C908-480D-A5CA-B22DC7C89B98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モチベーションフロー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5E985B-DAFC-4DF5-8684-8520E8C2DECD}"/>
              </a:ext>
            </a:extLst>
          </p:cNvPr>
          <p:cNvSpPr/>
          <p:nvPr/>
        </p:nvSpPr>
        <p:spPr>
          <a:xfrm>
            <a:off x="175120" y="4011073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プレイ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AB1EF6-5ED1-4E74-94C0-CCACC14AE4A5}"/>
              </a:ext>
            </a:extLst>
          </p:cNvPr>
          <p:cNvSpPr/>
          <p:nvPr/>
        </p:nvSpPr>
        <p:spPr>
          <a:xfrm>
            <a:off x="5419343" y="2189270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達成感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1001492-70F5-4F7E-9E6A-C36BCC15FAD8}"/>
              </a:ext>
            </a:extLst>
          </p:cNvPr>
          <p:cNvSpPr/>
          <p:nvPr/>
        </p:nvSpPr>
        <p:spPr>
          <a:xfrm>
            <a:off x="2416071" y="2113070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お題を完成させる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DCA583A-9470-444C-81E3-A99215D30F5C}"/>
              </a:ext>
            </a:extLst>
          </p:cNvPr>
          <p:cNvSpPr/>
          <p:nvPr/>
        </p:nvSpPr>
        <p:spPr>
          <a:xfrm>
            <a:off x="2416070" y="5830592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お題を完成できない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AE92BF-AEF2-404D-87A0-EFC283C7AD84}"/>
              </a:ext>
            </a:extLst>
          </p:cNvPr>
          <p:cNvSpPr/>
          <p:nvPr/>
        </p:nvSpPr>
        <p:spPr>
          <a:xfrm>
            <a:off x="8422618" y="5832877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工夫を考える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64584EE-79AF-41BF-894D-4C04AA4AD6B5}"/>
              </a:ext>
            </a:extLst>
          </p:cNvPr>
          <p:cNvSpPr/>
          <p:nvPr/>
        </p:nvSpPr>
        <p:spPr>
          <a:xfrm>
            <a:off x="8422615" y="2189270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新しいお題を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B15FAFD-0109-41BE-B38B-6A4F59060FE6}"/>
              </a:ext>
            </a:extLst>
          </p:cNvPr>
          <p:cNvSpPr/>
          <p:nvPr/>
        </p:nvSpPr>
        <p:spPr>
          <a:xfrm>
            <a:off x="5419344" y="5830591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悔しさを感じる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9A84FA2-4514-4084-9265-D737438DCAC7}"/>
              </a:ext>
            </a:extLst>
          </p:cNvPr>
          <p:cNvSpPr/>
          <p:nvPr/>
        </p:nvSpPr>
        <p:spPr>
          <a:xfrm>
            <a:off x="9695490" y="4011073"/>
            <a:ext cx="2240951" cy="8009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もう一度プレイ</a:t>
            </a:r>
          </a:p>
        </p:txBody>
      </p:sp>
      <p:sp>
        <p:nvSpPr>
          <p:cNvPr id="16" name="矢印: 折線 15">
            <a:extLst>
              <a:ext uri="{FF2B5EF4-FFF2-40B4-BE49-F238E27FC236}">
                <a16:creationId xmlns:a16="http://schemas.microsoft.com/office/drawing/2014/main" id="{D9701379-532E-4DFD-8D9E-0A8F82B0A3D5}"/>
              </a:ext>
            </a:extLst>
          </p:cNvPr>
          <p:cNvSpPr/>
          <p:nvPr/>
        </p:nvSpPr>
        <p:spPr>
          <a:xfrm>
            <a:off x="1295595" y="2189270"/>
            <a:ext cx="1120476" cy="1821803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矢印: 折線 17">
            <a:extLst>
              <a:ext uri="{FF2B5EF4-FFF2-40B4-BE49-F238E27FC236}">
                <a16:creationId xmlns:a16="http://schemas.microsoft.com/office/drawing/2014/main" id="{EE25E4D9-7681-4EBB-A93D-1CF4709A6E43}"/>
              </a:ext>
            </a:extLst>
          </p:cNvPr>
          <p:cNvSpPr/>
          <p:nvPr/>
        </p:nvSpPr>
        <p:spPr>
          <a:xfrm flipV="1">
            <a:off x="1257356" y="4812034"/>
            <a:ext cx="1120476" cy="1716782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6043B8CB-1C46-4FEA-907C-9E0586B79BCA}"/>
              </a:ext>
            </a:extLst>
          </p:cNvPr>
          <p:cNvSpPr/>
          <p:nvPr/>
        </p:nvSpPr>
        <p:spPr>
          <a:xfrm>
            <a:off x="4657021" y="2375282"/>
            <a:ext cx="762321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5DDF936F-F090-432C-B3F7-4E4488E7C31F}"/>
              </a:ext>
            </a:extLst>
          </p:cNvPr>
          <p:cNvSpPr/>
          <p:nvPr/>
        </p:nvSpPr>
        <p:spPr>
          <a:xfrm>
            <a:off x="4637903" y="6016603"/>
            <a:ext cx="762321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966E5484-46C4-496A-8077-67D7BB626AD9}"/>
              </a:ext>
            </a:extLst>
          </p:cNvPr>
          <p:cNvSpPr/>
          <p:nvPr/>
        </p:nvSpPr>
        <p:spPr>
          <a:xfrm>
            <a:off x="7660297" y="2375282"/>
            <a:ext cx="762321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455E5736-A68A-4AC2-80EE-55A059972024}"/>
              </a:ext>
            </a:extLst>
          </p:cNvPr>
          <p:cNvSpPr/>
          <p:nvPr/>
        </p:nvSpPr>
        <p:spPr>
          <a:xfrm>
            <a:off x="7660294" y="6011024"/>
            <a:ext cx="762321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10A172C8-B417-484F-AD27-2D617E8B08D6}"/>
              </a:ext>
            </a:extLst>
          </p:cNvPr>
          <p:cNvSpPr/>
          <p:nvPr/>
        </p:nvSpPr>
        <p:spPr>
          <a:xfrm rot="16200000">
            <a:off x="9775031" y="5107987"/>
            <a:ext cx="102084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1A19E46-52F2-4597-BBB4-507B561E888C}"/>
              </a:ext>
            </a:extLst>
          </p:cNvPr>
          <p:cNvSpPr/>
          <p:nvPr/>
        </p:nvSpPr>
        <p:spPr>
          <a:xfrm rot="5400000">
            <a:off x="9775030" y="3286185"/>
            <a:ext cx="102084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76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4BB1D1-8CB8-4E23-B28B-DE52B09FEDD3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操作方法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B69DA7-75BE-46CD-B943-05E9E6A6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295144"/>
            <a:ext cx="6099048" cy="4032504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2D2435F-A812-4242-9F86-40C7BE86E2F3}"/>
              </a:ext>
            </a:extLst>
          </p:cNvPr>
          <p:cNvSpPr/>
          <p:nvPr/>
        </p:nvSpPr>
        <p:spPr>
          <a:xfrm>
            <a:off x="191353" y="2987040"/>
            <a:ext cx="2240951" cy="1828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Ｗで上に移動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Ａで右に移動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Ｄで左に移動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Ｓで下に移動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Space</a:t>
            </a:r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で今操作している雨粒を終了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521D007-DEA0-44E2-A9E1-E3ABA377EC4A}"/>
              </a:ext>
            </a:extLst>
          </p:cNvPr>
          <p:cNvSpPr/>
          <p:nvPr/>
        </p:nvSpPr>
        <p:spPr>
          <a:xfrm>
            <a:off x="2531324" y="2290572"/>
            <a:ext cx="6082324" cy="1261872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C2439EC-ECCC-4A29-AAA8-95A58F4E6BA9}"/>
              </a:ext>
            </a:extLst>
          </p:cNvPr>
          <p:cNvSpPr/>
          <p:nvPr/>
        </p:nvSpPr>
        <p:spPr>
          <a:xfrm>
            <a:off x="2531324" y="5001768"/>
            <a:ext cx="1793788" cy="1261872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D5C8D8A-84CE-4FED-85D5-8F4B8ED4B8D4}"/>
              </a:ext>
            </a:extLst>
          </p:cNvPr>
          <p:cNvSpPr/>
          <p:nvPr/>
        </p:nvSpPr>
        <p:spPr>
          <a:xfrm>
            <a:off x="2514600" y="4523994"/>
            <a:ext cx="6082324" cy="489205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DF7E937A-5B80-41AA-A6B5-00335B2F4454}"/>
              </a:ext>
            </a:extLst>
          </p:cNvPr>
          <p:cNvSpPr/>
          <p:nvPr/>
        </p:nvSpPr>
        <p:spPr>
          <a:xfrm>
            <a:off x="4669536" y="4066793"/>
            <a:ext cx="3927388" cy="489205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23F767E-7211-42E8-944F-BC4954F5E0C1}"/>
              </a:ext>
            </a:extLst>
          </p:cNvPr>
          <p:cNvSpPr/>
          <p:nvPr/>
        </p:nvSpPr>
        <p:spPr>
          <a:xfrm>
            <a:off x="4166616" y="3534917"/>
            <a:ext cx="4430308" cy="489205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8B3E0DE8-116B-48A6-8400-2084CA40C2EB}"/>
              </a:ext>
            </a:extLst>
          </p:cNvPr>
          <p:cNvSpPr/>
          <p:nvPr/>
        </p:nvSpPr>
        <p:spPr>
          <a:xfrm>
            <a:off x="2514600" y="3570732"/>
            <a:ext cx="1283208" cy="489205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8B9BE63-C7C9-434D-9304-A144536398A5}"/>
              </a:ext>
            </a:extLst>
          </p:cNvPr>
          <p:cNvSpPr/>
          <p:nvPr/>
        </p:nvSpPr>
        <p:spPr>
          <a:xfrm>
            <a:off x="2531324" y="4034789"/>
            <a:ext cx="970828" cy="489205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C663208-3F0B-497C-9117-1DD3CD5D6A85}"/>
              </a:ext>
            </a:extLst>
          </p:cNvPr>
          <p:cNvSpPr/>
          <p:nvPr/>
        </p:nvSpPr>
        <p:spPr>
          <a:xfrm>
            <a:off x="9230828" y="2918461"/>
            <a:ext cx="2710343" cy="65227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右クリックで雨粒を選択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ja-JP" altLang="en-US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C5B313A-C6A4-4FC3-BF6A-9477E31E7B63}"/>
              </a:ext>
            </a:extLst>
          </p:cNvPr>
          <p:cNvSpPr/>
          <p:nvPr/>
        </p:nvSpPr>
        <p:spPr>
          <a:xfrm>
            <a:off x="7158188" y="5001768"/>
            <a:ext cx="1521032" cy="1261872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43752A87-5DC8-455C-951D-B8A2AE9AEEFF}"/>
              </a:ext>
            </a:extLst>
          </p:cNvPr>
          <p:cNvSpPr/>
          <p:nvPr/>
        </p:nvSpPr>
        <p:spPr>
          <a:xfrm>
            <a:off x="4341836" y="5565648"/>
            <a:ext cx="2816352" cy="693420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4BB29CDF-C7B2-4CD5-BB7E-B095E1F5C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3433573"/>
            <a:ext cx="3064532" cy="31912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8E0769-7C56-4247-AD34-67F65C5B39C0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ゲーム画面のイメージ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C03C2E-CAFF-4F70-9937-927F617B1BD3}"/>
              </a:ext>
            </a:extLst>
          </p:cNvPr>
          <p:cNvSpPr/>
          <p:nvPr/>
        </p:nvSpPr>
        <p:spPr>
          <a:xfrm>
            <a:off x="1901190" y="2194904"/>
            <a:ext cx="7808413" cy="4434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1C58EE-4B22-47A7-A36C-34698B738AE5}"/>
              </a:ext>
            </a:extLst>
          </p:cNvPr>
          <p:cNvSpPr/>
          <p:nvPr/>
        </p:nvSpPr>
        <p:spPr>
          <a:xfrm>
            <a:off x="1901190" y="2194904"/>
            <a:ext cx="1262634" cy="1076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BED8255-CD0E-43A0-A26D-200E42386769}"/>
              </a:ext>
            </a:extLst>
          </p:cNvPr>
          <p:cNvSpPr/>
          <p:nvPr/>
        </p:nvSpPr>
        <p:spPr>
          <a:xfrm>
            <a:off x="7177667" y="2194903"/>
            <a:ext cx="2531935" cy="107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タイマー　０：００</a:t>
            </a:r>
            <a:endParaRPr kumimoji="1" lang="ja-JP" altLang="en-US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0CF21143-6FD3-48FE-AE86-3E6C080F40DB}"/>
              </a:ext>
            </a:extLst>
          </p:cNvPr>
          <p:cNvSpPr/>
          <p:nvPr/>
        </p:nvSpPr>
        <p:spPr>
          <a:xfrm>
            <a:off x="8908755" y="597461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DF353476-7206-4585-94BA-4178CF6EB453}"/>
              </a:ext>
            </a:extLst>
          </p:cNvPr>
          <p:cNvSpPr/>
          <p:nvPr/>
        </p:nvSpPr>
        <p:spPr>
          <a:xfrm>
            <a:off x="1490944" y="2546675"/>
            <a:ext cx="314024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100379A-6AA7-4DC3-9830-BB7FB8D5427B}"/>
              </a:ext>
            </a:extLst>
          </p:cNvPr>
          <p:cNvSpPr/>
          <p:nvPr/>
        </p:nvSpPr>
        <p:spPr>
          <a:xfrm>
            <a:off x="1921764" y="2212016"/>
            <a:ext cx="1243584" cy="159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3410BDB-8193-4247-BE97-EBC5188EF124}"/>
              </a:ext>
            </a:extLst>
          </p:cNvPr>
          <p:cNvSpPr/>
          <p:nvPr/>
        </p:nvSpPr>
        <p:spPr>
          <a:xfrm rot="5400000">
            <a:off x="2086652" y="2754898"/>
            <a:ext cx="941831" cy="1503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A36540A-BCBE-4501-B524-D06EC5A97726}"/>
              </a:ext>
            </a:extLst>
          </p:cNvPr>
          <p:cNvSpPr/>
          <p:nvPr/>
        </p:nvSpPr>
        <p:spPr>
          <a:xfrm>
            <a:off x="1901190" y="3127248"/>
            <a:ext cx="1243584" cy="159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D8A253A-A971-4591-A892-3FE2777E9B4B}"/>
              </a:ext>
            </a:extLst>
          </p:cNvPr>
          <p:cNvSpPr/>
          <p:nvPr/>
        </p:nvSpPr>
        <p:spPr>
          <a:xfrm>
            <a:off x="2632738" y="2647880"/>
            <a:ext cx="395177" cy="159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E699A4-E979-444F-8361-900EAD79F753}"/>
              </a:ext>
            </a:extLst>
          </p:cNvPr>
          <p:cNvSpPr/>
          <p:nvPr/>
        </p:nvSpPr>
        <p:spPr>
          <a:xfrm rot="5400000">
            <a:off x="2069361" y="2879068"/>
            <a:ext cx="395177" cy="159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7165212-6367-41D9-BA36-ABB2FBC151CF}"/>
              </a:ext>
            </a:extLst>
          </p:cNvPr>
          <p:cNvSpPr/>
          <p:nvPr/>
        </p:nvSpPr>
        <p:spPr>
          <a:xfrm>
            <a:off x="2964180" y="221284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17BA84E-B015-4F8F-ADD7-3CEC7FE0F2C7}"/>
              </a:ext>
            </a:extLst>
          </p:cNvPr>
          <p:cNvSpPr/>
          <p:nvPr/>
        </p:nvSpPr>
        <p:spPr>
          <a:xfrm>
            <a:off x="2481072" y="221894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2B08D95-DB62-4677-8722-D07705A5583A}"/>
              </a:ext>
            </a:extLst>
          </p:cNvPr>
          <p:cNvSpPr/>
          <p:nvPr/>
        </p:nvSpPr>
        <p:spPr>
          <a:xfrm>
            <a:off x="1953006" y="221894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F1F39FC-F3D0-43E6-9261-1E9AC0BA7BB5}"/>
              </a:ext>
            </a:extLst>
          </p:cNvPr>
          <p:cNvSpPr/>
          <p:nvPr/>
        </p:nvSpPr>
        <p:spPr>
          <a:xfrm>
            <a:off x="2481072" y="265480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07328A86-C202-4509-9508-0745627946BE}"/>
              </a:ext>
            </a:extLst>
          </p:cNvPr>
          <p:cNvSpPr/>
          <p:nvPr/>
        </p:nvSpPr>
        <p:spPr>
          <a:xfrm>
            <a:off x="2876249" y="265868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63707EDB-3E6A-4DFA-A4AC-0ABE5025C951}"/>
              </a:ext>
            </a:extLst>
          </p:cNvPr>
          <p:cNvSpPr/>
          <p:nvPr/>
        </p:nvSpPr>
        <p:spPr>
          <a:xfrm>
            <a:off x="2176272" y="280720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CC4795D-01B3-4768-ACED-53927B57E36F}"/>
              </a:ext>
            </a:extLst>
          </p:cNvPr>
          <p:cNvSpPr/>
          <p:nvPr/>
        </p:nvSpPr>
        <p:spPr>
          <a:xfrm>
            <a:off x="1961388" y="312724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A5F35148-4BF0-43A2-9A8B-7F1B08E0B58D}"/>
              </a:ext>
            </a:extLst>
          </p:cNvPr>
          <p:cNvSpPr/>
          <p:nvPr/>
        </p:nvSpPr>
        <p:spPr>
          <a:xfrm>
            <a:off x="2481072" y="3121152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74520AC0-4166-4AC8-BF2C-1460C1A608E9}"/>
              </a:ext>
            </a:extLst>
          </p:cNvPr>
          <p:cNvSpPr/>
          <p:nvPr/>
        </p:nvSpPr>
        <p:spPr>
          <a:xfrm>
            <a:off x="2964180" y="3130296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9F3004F1-305F-4494-9176-C5BD31C5970C}"/>
              </a:ext>
            </a:extLst>
          </p:cNvPr>
          <p:cNvSpPr/>
          <p:nvPr/>
        </p:nvSpPr>
        <p:spPr>
          <a:xfrm>
            <a:off x="8838919" y="331748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A1B1D1AD-B30C-42E1-B229-3A5C51127EF1}"/>
              </a:ext>
            </a:extLst>
          </p:cNvPr>
          <p:cNvSpPr/>
          <p:nvPr/>
        </p:nvSpPr>
        <p:spPr>
          <a:xfrm>
            <a:off x="7464083" y="5512435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F15CFDEA-9EB8-496E-AD82-E175A58533F3}"/>
              </a:ext>
            </a:extLst>
          </p:cNvPr>
          <p:cNvSpPr/>
          <p:nvPr/>
        </p:nvSpPr>
        <p:spPr>
          <a:xfrm>
            <a:off x="8443634" y="4208479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9B657764-400C-4CFC-B088-7789D6C3755D}"/>
              </a:ext>
            </a:extLst>
          </p:cNvPr>
          <p:cNvSpPr/>
          <p:nvPr/>
        </p:nvSpPr>
        <p:spPr>
          <a:xfrm>
            <a:off x="4907033" y="4533988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9937A816-0F25-40AF-AC67-FCDDBA548BBA}"/>
              </a:ext>
            </a:extLst>
          </p:cNvPr>
          <p:cNvSpPr/>
          <p:nvPr/>
        </p:nvSpPr>
        <p:spPr>
          <a:xfrm>
            <a:off x="5460392" y="3300984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B7214138-3FBD-4856-9AEA-1272B39F74C9}"/>
              </a:ext>
            </a:extLst>
          </p:cNvPr>
          <p:cNvSpPr/>
          <p:nvPr/>
        </p:nvSpPr>
        <p:spPr>
          <a:xfrm>
            <a:off x="1887463" y="3595427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BE64320-40B6-4ED1-AE8A-990C41460EF3}"/>
              </a:ext>
            </a:extLst>
          </p:cNvPr>
          <p:cNvSpPr/>
          <p:nvPr/>
        </p:nvSpPr>
        <p:spPr>
          <a:xfrm>
            <a:off x="3172089" y="2190680"/>
            <a:ext cx="4006903" cy="10768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6D8058BD-A8A0-420F-99FC-B30266C2F618}"/>
              </a:ext>
            </a:extLst>
          </p:cNvPr>
          <p:cNvSpPr/>
          <p:nvPr/>
        </p:nvSpPr>
        <p:spPr>
          <a:xfrm>
            <a:off x="6025610" y="430635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F3EF0FF5-553E-4762-BEFF-E02D2ED4A0B7}"/>
              </a:ext>
            </a:extLst>
          </p:cNvPr>
          <p:cNvSpPr/>
          <p:nvPr/>
        </p:nvSpPr>
        <p:spPr>
          <a:xfrm>
            <a:off x="7308318" y="4369251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166F7C5-AE47-46A0-80C2-734BB8613C5F}"/>
              </a:ext>
            </a:extLst>
          </p:cNvPr>
          <p:cNvSpPr/>
          <p:nvPr/>
        </p:nvSpPr>
        <p:spPr>
          <a:xfrm>
            <a:off x="5750452" y="568094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AD34EC30-A839-4361-99FD-6208955FB032}"/>
              </a:ext>
            </a:extLst>
          </p:cNvPr>
          <p:cNvSpPr/>
          <p:nvPr/>
        </p:nvSpPr>
        <p:spPr>
          <a:xfrm>
            <a:off x="7269006" y="331748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8D8C1C1D-2A5D-4D39-A2D4-C495AC95A442}"/>
              </a:ext>
            </a:extLst>
          </p:cNvPr>
          <p:cNvSpPr/>
          <p:nvPr/>
        </p:nvSpPr>
        <p:spPr>
          <a:xfrm>
            <a:off x="3554532" y="3757362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68E7BCF6-2C1D-4863-912A-1208C500A65D}"/>
              </a:ext>
            </a:extLst>
          </p:cNvPr>
          <p:cNvSpPr/>
          <p:nvPr/>
        </p:nvSpPr>
        <p:spPr>
          <a:xfrm>
            <a:off x="3810343" y="5413153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844B4E4A-350A-4426-8E73-55AC0BB49AB0}"/>
              </a:ext>
            </a:extLst>
          </p:cNvPr>
          <p:cNvSpPr/>
          <p:nvPr/>
        </p:nvSpPr>
        <p:spPr>
          <a:xfrm>
            <a:off x="2448923" y="4576699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879CD0A-6E10-4EB1-A800-352063801E28}"/>
              </a:ext>
            </a:extLst>
          </p:cNvPr>
          <p:cNvSpPr/>
          <p:nvPr/>
        </p:nvSpPr>
        <p:spPr>
          <a:xfrm>
            <a:off x="2299415" y="5839830"/>
            <a:ext cx="653034" cy="654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F30FB83-3A7C-4389-87BA-9EEF87C3B870}"/>
              </a:ext>
            </a:extLst>
          </p:cNvPr>
          <p:cNvSpPr/>
          <p:nvPr/>
        </p:nvSpPr>
        <p:spPr>
          <a:xfrm>
            <a:off x="145654" y="2359152"/>
            <a:ext cx="1209382" cy="8871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点あり</a:t>
            </a:r>
            <a:endParaRPr lang="en-US" altLang="ja-JP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ja-JP" altLang="en-US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808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16D3496-DFED-417A-A61E-05C4AC640FD4}"/>
              </a:ext>
            </a:extLst>
          </p:cNvPr>
          <p:cNvSpPr/>
          <p:nvPr/>
        </p:nvSpPr>
        <p:spPr>
          <a:xfrm>
            <a:off x="2209800" y="1447800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4DD7AB-D82C-4178-9B63-891A210F7A88}"/>
              </a:ext>
            </a:extLst>
          </p:cNvPr>
          <p:cNvSpPr/>
          <p:nvPr/>
        </p:nvSpPr>
        <p:spPr>
          <a:xfrm>
            <a:off x="3988308" y="283464"/>
            <a:ext cx="4215384" cy="9144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29C2B17-12B6-4633-90BD-4B4EC6CD5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4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2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1D921C-C142-4604-93C6-FFFA4EA5EA1D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おもしろさ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C1F83AA-A083-4A12-B727-FF39EB2762D2}"/>
              </a:ext>
            </a:extLst>
          </p:cNvPr>
          <p:cNvSpPr/>
          <p:nvPr/>
        </p:nvSpPr>
        <p:spPr>
          <a:xfrm>
            <a:off x="7492400" y="2077984"/>
            <a:ext cx="3553968" cy="12139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完成させる達成感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6540006-79C1-4FFD-8D54-1C0746010D30}"/>
              </a:ext>
            </a:extLst>
          </p:cNvPr>
          <p:cNvSpPr/>
          <p:nvPr/>
        </p:nvSpPr>
        <p:spPr>
          <a:xfrm>
            <a:off x="789849" y="2077984"/>
            <a:ext cx="3553968" cy="121395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考える工夫する</a:t>
            </a:r>
            <a:endParaRPr lang="en-US" altLang="ja-JP" sz="3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A3A6D2B9-F66F-4A14-8518-5F61C176019E}"/>
              </a:ext>
            </a:extLst>
          </p:cNvPr>
          <p:cNvSpPr/>
          <p:nvPr/>
        </p:nvSpPr>
        <p:spPr>
          <a:xfrm rot="5400000">
            <a:off x="9238745" y="3571762"/>
            <a:ext cx="49021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A2B7C8CC-EB8A-4B73-BF31-D06F65E6FC69}"/>
              </a:ext>
            </a:extLst>
          </p:cNvPr>
          <p:cNvSpPr/>
          <p:nvPr/>
        </p:nvSpPr>
        <p:spPr>
          <a:xfrm rot="5400000">
            <a:off x="2536194" y="3571762"/>
            <a:ext cx="490213" cy="428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343B839-5B2A-45D3-9BF9-78F908106039}"/>
              </a:ext>
            </a:extLst>
          </p:cNvPr>
          <p:cNvSpPr/>
          <p:nvPr/>
        </p:nvSpPr>
        <p:spPr>
          <a:xfrm>
            <a:off x="789849" y="4585618"/>
            <a:ext cx="3553968" cy="121395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雨粒を追加・移動・つなぐ</a:t>
            </a:r>
            <a:endParaRPr lang="en-US" altLang="ja-JP" sz="2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順番を工夫し</a:t>
            </a:r>
            <a:endParaRPr lang="en-US" altLang="ja-JP" sz="2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自分なりの答えを出す</a:t>
            </a:r>
            <a:endParaRPr lang="en-US" altLang="ja-JP" sz="2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8989456-74A1-4075-B926-1BF665814DC0}"/>
              </a:ext>
            </a:extLst>
          </p:cNvPr>
          <p:cNvSpPr/>
          <p:nvPr/>
        </p:nvSpPr>
        <p:spPr>
          <a:xfrm>
            <a:off x="7492400" y="4585618"/>
            <a:ext cx="3553968" cy="12139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自分の操作でお題を完成させることで達成感を得る</a:t>
            </a:r>
            <a:endParaRPr lang="en-US" altLang="ja-JP" sz="2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759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40A768-F67B-4920-B60C-4E4E518CFD24}"/>
              </a:ext>
            </a:extLst>
          </p:cNvPr>
          <p:cNvSpPr/>
          <p:nvPr/>
        </p:nvSpPr>
        <p:spPr>
          <a:xfrm>
            <a:off x="5640891" y="2823807"/>
            <a:ext cx="5911986" cy="285405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盤面を整えて、文字を描くパズルゲーム</a:t>
            </a:r>
          </a:p>
          <a:p>
            <a:pPr algn="ctr"/>
            <a:endParaRPr kumimoji="1" lang="ja-JP" altLang="en-US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15A6B13-698C-466F-8857-1D17DD41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4507992" cy="50292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B79190-B857-4148-AC1E-B53FB8FCBBC0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既存のゲームとの</a:t>
            </a:r>
            <a:endParaRPr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差別点</a:t>
            </a:r>
            <a:endParaRPr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57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2366</TotalTime>
  <Words>390</Words>
  <Application>Microsoft Office PowerPoint</Application>
  <PresentationFormat>ワイド画面</PresentationFormat>
  <Paragraphs>107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UD デジタル 教科書体 NK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kousuke yamamoto</cp:lastModifiedBy>
  <cp:revision>113</cp:revision>
  <dcterms:created xsi:type="dcterms:W3CDTF">2013-01-27T09:14:16Z</dcterms:created>
  <dcterms:modified xsi:type="dcterms:W3CDTF">2026-10-13T07:28:18Z</dcterms:modified>
  <cp:category/>
</cp:coreProperties>
</file>