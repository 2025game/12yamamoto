
<file path=[Content_Types].xml><?xml version="1.0" encoding="utf-8"?>
<Types xmlns="http://schemas.openxmlformats.org/package/2006/content-types">
  <Default Extension="jpe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1"/>
  </p:sldMasterIdLst>
  <p:notesMasterIdLst>
    <p:notesMasterId r:id="rId16"/>
  </p:notesMasterIdLst>
  <p:sldIdLst>
    <p:sldId id="264" r:id="rId2"/>
    <p:sldId id="275" r:id="rId3"/>
    <p:sldId id="258" r:id="rId4"/>
    <p:sldId id="263" r:id="rId5"/>
    <p:sldId id="257" r:id="rId6"/>
    <p:sldId id="261" r:id="rId7"/>
    <p:sldId id="273" r:id="rId8"/>
    <p:sldId id="259" r:id="rId9"/>
    <p:sldId id="268" r:id="rId10"/>
    <p:sldId id="276" r:id="rId11"/>
    <p:sldId id="274" r:id="rId12"/>
    <p:sldId id="267" r:id="rId13"/>
    <p:sldId id="271" r:id="rId14"/>
    <p:sldId id="266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3238"/>
    <a:srgbClr val="FF0000"/>
    <a:srgbClr val="263746"/>
    <a:srgbClr val="8DD9EE"/>
    <a:srgbClr val="123B5A"/>
    <a:srgbClr val="DDF3FA"/>
    <a:srgbClr val="123A5A"/>
    <a:srgbClr val="D8F0FA"/>
    <a:srgbClr val="EA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153" autoAdjust="0"/>
  </p:normalViewPr>
  <p:slideViewPr>
    <p:cSldViewPr snapToGrid="0" snapToObjects="1">
      <p:cViewPr varScale="1">
        <p:scale>
          <a:sx n="84" d="100"/>
          <a:sy n="84" d="100"/>
        </p:scale>
        <p:origin x="629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usuke yamamoto" userId="516c4d66ab16f868" providerId="LiveId" clId="{3DBCF2D6-846C-4AC5-B769-15D59CED32E7}"/>
    <pc:docChg chg="undo custSel addSld modSld sldOrd">
      <pc:chgData name="kousuke yamamoto" userId="516c4d66ab16f868" providerId="LiveId" clId="{3DBCF2D6-846C-4AC5-B769-15D59CED32E7}" dt="2026-10-06T05:13:21.631" v="53"/>
      <pc:docMkLst>
        <pc:docMk/>
      </pc:docMkLst>
      <pc:sldChg chg="addSp delSp modSp mod">
        <pc:chgData name="kousuke yamamoto" userId="516c4d66ab16f868" providerId="LiveId" clId="{3DBCF2D6-846C-4AC5-B769-15D59CED32E7}" dt="2026-10-06T04:59:45.408" v="51" actId="14100"/>
        <pc:sldMkLst>
          <pc:docMk/>
          <pc:sldMk cId="0" sldId="261"/>
        </pc:sldMkLst>
        <pc:spChg chg="add del mod">
          <ac:chgData name="kousuke yamamoto" userId="516c4d66ab16f868" providerId="LiveId" clId="{3DBCF2D6-846C-4AC5-B769-15D59CED32E7}" dt="2026-10-06T04:59:25.854" v="28" actId="478"/>
          <ac:spMkLst>
            <pc:docMk/>
            <pc:sldMk cId="0" sldId="261"/>
            <ac:spMk id="2" creationId="{F821687B-3030-42F0-A24A-7C58AE191B85}"/>
          </ac:spMkLst>
        </pc:spChg>
        <pc:spChg chg="mod">
          <ac:chgData name="kousuke yamamoto" userId="516c4d66ab16f868" providerId="LiveId" clId="{3DBCF2D6-846C-4AC5-B769-15D59CED32E7}" dt="2026-10-06T04:59:45.408" v="51" actId="14100"/>
          <ac:spMkLst>
            <pc:docMk/>
            <pc:sldMk cId="0" sldId="261"/>
            <ac:spMk id="3" creationId="{70EAE7B8-2E7A-4AF5-9F80-324BE3D322C8}"/>
          </ac:spMkLst>
        </pc:spChg>
      </pc:sldChg>
      <pc:sldChg chg="addSp modSp new mod ord">
        <pc:chgData name="kousuke yamamoto" userId="516c4d66ab16f868" providerId="LiveId" clId="{3DBCF2D6-846C-4AC5-B769-15D59CED32E7}" dt="2026-10-06T05:13:21.631" v="53"/>
        <pc:sldMkLst>
          <pc:docMk/>
          <pc:sldMk cId="1368519107" sldId="275"/>
        </pc:sldMkLst>
        <pc:spChg chg="add mod">
          <ac:chgData name="kousuke yamamoto" userId="516c4d66ab16f868" providerId="LiveId" clId="{3DBCF2D6-846C-4AC5-B769-15D59CED32E7}" dt="2026-10-06T04:58:09.988" v="20" actId="1076"/>
          <ac:spMkLst>
            <pc:docMk/>
            <pc:sldMk cId="1368519107" sldId="275"/>
            <ac:spMk id="2" creationId="{833A4E06-EE75-40A7-A1FD-D57D73A87CA8}"/>
          </ac:spMkLst>
        </pc:spChg>
      </pc:sldChg>
    </pc:docChg>
  </pc:docChgLst>
  <pc:docChgLst>
    <pc:chgData name="kousuke yamamoto" userId="516c4d66ab16f868" providerId="LiveId" clId="{6DE8346A-485C-46ED-AFC0-899DF69DB0FD}"/>
    <pc:docChg chg="undo custSel addSld delSld modSld sldOrd">
      <pc:chgData name="kousuke yamamoto" userId="516c4d66ab16f868" providerId="LiveId" clId="{6DE8346A-485C-46ED-AFC0-899DF69DB0FD}" dt="2026-10-09T02:21:38.992" v="1681"/>
      <pc:docMkLst>
        <pc:docMk/>
      </pc:docMkLst>
      <pc:sldChg chg="delSp modSp mod ord">
        <pc:chgData name="kousuke yamamoto" userId="516c4d66ab16f868" providerId="LiveId" clId="{6DE8346A-485C-46ED-AFC0-899DF69DB0FD}" dt="2026-10-09T02:21:26.384" v="1673"/>
        <pc:sldMkLst>
          <pc:docMk/>
          <pc:sldMk cId="0" sldId="257"/>
        </pc:sldMkLst>
        <pc:spChg chg="mod">
          <ac:chgData name="kousuke yamamoto" userId="516c4d66ab16f868" providerId="LiveId" clId="{6DE8346A-485C-46ED-AFC0-899DF69DB0FD}" dt="2026-10-08T13:54:16.244" v="1150" actId="14100"/>
          <ac:spMkLst>
            <pc:docMk/>
            <pc:sldMk cId="0" sldId="257"/>
            <ac:spMk id="2" creationId="{D9033127-4D4D-4EC3-A27C-804E62C27528}"/>
          </ac:spMkLst>
        </pc:spChg>
        <pc:spChg chg="del">
          <ac:chgData name="kousuke yamamoto" userId="516c4d66ab16f868" providerId="LiveId" clId="{6DE8346A-485C-46ED-AFC0-899DF69DB0FD}" dt="2026-10-08T13:45:08.400" v="961" actId="478"/>
          <ac:spMkLst>
            <pc:docMk/>
            <pc:sldMk cId="0" sldId="257"/>
            <ac:spMk id="6" creationId="{A30C44BD-C3CF-4D21-8AC1-84E72A8C316D}"/>
          </ac:spMkLst>
        </pc:spChg>
        <pc:spChg chg="del mod">
          <ac:chgData name="kousuke yamamoto" userId="516c4d66ab16f868" providerId="LiveId" clId="{6DE8346A-485C-46ED-AFC0-899DF69DB0FD}" dt="2026-10-08T13:45:04.427" v="959" actId="478"/>
          <ac:spMkLst>
            <pc:docMk/>
            <pc:sldMk cId="0" sldId="257"/>
            <ac:spMk id="7" creationId="{6A95D87C-FEF3-467E-B1FF-6608DFB43B23}"/>
          </ac:spMkLst>
        </pc:spChg>
        <pc:spChg chg="del">
          <ac:chgData name="kousuke yamamoto" userId="516c4d66ab16f868" providerId="LiveId" clId="{6DE8346A-485C-46ED-AFC0-899DF69DB0FD}" dt="2026-10-08T05:56:46.980" v="243" actId="478"/>
          <ac:spMkLst>
            <pc:docMk/>
            <pc:sldMk cId="0" sldId="257"/>
            <ac:spMk id="9" creationId="{00039B03-7452-4948-AB40-CEC2825954EC}"/>
          </ac:spMkLst>
        </pc:spChg>
        <pc:spChg chg="del mod">
          <ac:chgData name="kousuke yamamoto" userId="516c4d66ab16f868" providerId="LiveId" clId="{6DE8346A-485C-46ED-AFC0-899DF69DB0FD}" dt="2026-10-08T05:56:48.275" v="244" actId="478"/>
          <ac:spMkLst>
            <pc:docMk/>
            <pc:sldMk cId="0" sldId="257"/>
            <ac:spMk id="11" creationId="{13BABEA7-2FB4-4D0E-9CE5-C9EE47AFD26F}"/>
          </ac:spMkLst>
        </pc:spChg>
        <pc:spChg chg="del">
          <ac:chgData name="kousuke yamamoto" userId="516c4d66ab16f868" providerId="LiveId" clId="{6DE8346A-485C-46ED-AFC0-899DF69DB0FD}" dt="2026-10-08T13:45:06.157" v="960" actId="478"/>
          <ac:spMkLst>
            <pc:docMk/>
            <pc:sldMk cId="0" sldId="257"/>
            <ac:spMk id="12" creationId="{C0E15D93-A5A7-4816-B984-006258B007B4}"/>
          </ac:spMkLst>
        </pc:spChg>
      </pc:sldChg>
      <pc:sldChg chg="modSp mod">
        <pc:chgData name="kousuke yamamoto" userId="516c4d66ab16f868" providerId="LiveId" clId="{6DE8346A-485C-46ED-AFC0-899DF69DB0FD}" dt="2026-10-08T14:47:33.812" v="1357" actId="20577"/>
        <pc:sldMkLst>
          <pc:docMk/>
          <pc:sldMk cId="0" sldId="258"/>
        </pc:sldMkLst>
        <pc:spChg chg="mod">
          <ac:chgData name="kousuke yamamoto" userId="516c4d66ab16f868" providerId="LiveId" clId="{6DE8346A-485C-46ED-AFC0-899DF69DB0FD}" dt="2026-10-08T14:47:33.812" v="1357" actId="20577"/>
          <ac:spMkLst>
            <pc:docMk/>
            <pc:sldMk cId="0" sldId="258"/>
            <ac:spMk id="2" creationId="{A32B2933-ECB3-4D47-BADF-E85DEDDE1079}"/>
          </ac:spMkLst>
        </pc:spChg>
      </pc:sldChg>
      <pc:sldChg chg="addSp delSp modSp mod">
        <pc:chgData name="kousuke yamamoto" userId="516c4d66ab16f868" providerId="LiveId" clId="{6DE8346A-485C-46ED-AFC0-899DF69DB0FD}" dt="2026-10-08T13:44:50.143" v="958" actId="120"/>
        <pc:sldMkLst>
          <pc:docMk/>
          <pc:sldMk cId="0" sldId="259"/>
        </pc:sldMkLst>
        <pc:spChg chg="mod">
          <ac:chgData name="kousuke yamamoto" userId="516c4d66ab16f868" providerId="LiveId" clId="{6DE8346A-485C-46ED-AFC0-899DF69DB0FD}" dt="2026-10-08T13:40:38.899" v="792" actId="1076"/>
          <ac:spMkLst>
            <pc:docMk/>
            <pc:sldMk cId="0" sldId="259"/>
            <ac:spMk id="2" creationId="{528E3EEC-ED19-44E5-A90C-4BE60A2D4ABD}"/>
          </ac:spMkLst>
        </pc:spChg>
        <pc:spChg chg="add del mod">
          <ac:chgData name="kousuke yamamoto" userId="516c4d66ab16f868" providerId="LiveId" clId="{6DE8346A-485C-46ED-AFC0-899DF69DB0FD}" dt="2026-10-08T13:41:39.687" v="806" actId="1076"/>
          <ac:spMkLst>
            <pc:docMk/>
            <pc:sldMk cId="0" sldId="259"/>
            <ac:spMk id="5" creationId="{5F738E8E-6FD1-4FFF-9E24-5B37EDA81C3D}"/>
          </ac:spMkLst>
        </pc:spChg>
        <pc:spChg chg="mod">
          <ac:chgData name="kousuke yamamoto" userId="516c4d66ab16f868" providerId="LiveId" clId="{6DE8346A-485C-46ED-AFC0-899DF69DB0FD}" dt="2026-10-08T13:39:33.962" v="766" actId="1076"/>
          <ac:spMkLst>
            <pc:docMk/>
            <pc:sldMk cId="0" sldId="259"/>
            <ac:spMk id="7" creationId="{29C8E7E2-CABB-411F-8549-701A17FEE2C5}"/>
          </ac:spMkLst>
        </pc:spChg>
        <pc:spChg chg="add mod">
          <ac:chgData name="kousuke yamamoto" userId="516c4d66ab16f868" providerId="LiveId" clId="{6DE8346A-485C-46ED-AFC0-899DF69DB0FD}" dt="2026-10-08T13:44:50.143" v="958" actId="120"/>
          <ac:spMkLst>
            <pc:docMk/>
            <pc:sldMk cId="0" sldId="259"/>
            <ac:spMk id="10" creationId="{CC48DAE9-6E2F-4AB5-A805-0F43BF2F2202}"/>
          </ac:spMkLst>
        </pc:spChg>
        <pc:picChg chg="del mod">
          <ac:chgData name="kousuke yamamoto" userId="516c4d66ab16f868" providerId="LiveId" clId="{6DE8346A-485C-46ED-AFC0-899DF69DB0FD}" dt="2026-10-08T13:41:33.658" v="805" actId="478"/>
          <ac:picMkLst>
            <pc:docMk/>
            <pc:sldMk cId="0" sldId="259"/>
            <ac:picMk id="8" creationId="{C60C3470-23D4-43F0-BC82-8A64EEC90281}"/>
          </ac:picMkLst>
        </pc:picChg>
        <pc:picChg chg="mod">
          <ac:chgData name="kousuke yamamoto" userId="516c4d66ab16f868" providerId="LiveId" clId="{6DE8346A-485C-46ED-AFC0-899DF69DB0FD}" dt="2026-10-08T13:39:36.562" v="767" actId="1076"/>
          <ac:picMkLst>
            <pc:docMk/>
            <pc:sldMk cId="0" sldId="259"/>
            <ac:picMk id="9" creationId="{05B52EF4-83E1-45B0-AA9E-EBBCD65FBCE7}"/>
          </ac:picMkLst>
        </pc:picChg>
        <pc:picChg chg="mod">
          <ac:chgData name="kousuke yamamoto" userId="516c4d66ab16f868" providerId="LiveId" clId="{6DE8346A-485C-46ED-AFC0-899DF69DB0FD}" dt="2026-10-08T13:40:41.218" v="793" actId="1076"/>
          <ac:picMkLst>
            <pc:docMk/>
            <pc:sldMk cId="0" sldId="259"/>
            <ac:picMk id="12" creationId="{77A588C8-9C41-42FC-AC42-0CA488F60093}"/>
          </ac:picMkLst>
        </pc:picChg>
      </pc:sldChg>
      <pc:sldChg chg="addSp delSp modSp mod ord">
        <pc:chgData name="kousuke yamamoto" userId="516c4d66ab16f868" providerId="LiveId" clId="{6DE8346A-485C-46ED-AFC0-899DF69DB0FD}" dt="2026-10-09T02:21:34.726" v="1675"/>
        <pc:sldMkLst>
          <pc:docMk/>
          <pc:sldMk cId="0" sldId="261"/>
        </pc:sldMkLst>
        <pc:spChg chg="mod">
          <ac:chgData name="kousuke yamamoto" userId="516c4d66ab16f868" providerId="LiveId" clId="{6DE8346A-485C-46ED-AFC0-899DF69DB0FD}" dt="2026-10-08T13:54:56.066" v="1156" actId="14100"/>
          <ac:spMkLst>
            <pc:docMk/>
            <pc:sldMk cId="0" sldId="261"/>
            <ac:spMk id="3" creationId="{70EAE7B8-2E7A-4AF5-9F80-324BE3D322C8}"/>
          </ac:spMkLst>
        </pc:spChg>
        <pc:spChg chg="mod">
          <ac:chgData name="kousuke yamamoto" userId="516c4d66ab16f868" providerId="LiveId" clId="{6DE8346A-485C-46ED-AFC0-899DF69DB0FD}" dt="2026-10-08T14:45:18.941" v="1292" actId="1076"/>
          <ac:spMkLst>
            <pc:docMk/>
            <pc:sldMk cId="0" sldId="261"/>
            <ac:spMk id="4" creationId="{2A6CE379-9DB5-4E43-AE4A-565D343B3DEF}"/>
          </ac:spMkLst>
        </pc:spChg>
        <pc:spChg chg="mod">
          <ac:chgData name="kousuke yamamoto" userId="516c4d66ab16f868" providerId="LiveId" clId="{6DE8346A-485C-46ED-AFC0-899DF69DB0FD}" dt="2026-10-08T14:47:08.346" v="1344" actId="1076"/>
          <ac:spMkLst>
            <pc:docMk/>
            <pc:sldMk cId="0" sldId="261"/>
            <ac:spMk id="5" creationId="{91870252-9069-4CF2-BDB1-5539DA6535CC}"/>
          </ac:spMkLst>
        </pc:spChg>
        <pc:spChg chg="mod">
          <ac:chgData name="kousuke yamamoto" userId="516c4d66ab16f868" providerId="LiveId" clId="{6DE8346A-485C-46ED-AFC0-899DF69DB0FD}" dt="2026-10-08T14:47:14.104" v="1346" actId="14100"/>
          <ac:spMkLst>
            <pc:docMk/>
            <pc:sldMk cId="0" sldId="261"/>
            <ac:spMk id="6" creationId="{595A4AA4-1310-49B0-B0FA-38D93BAA4E46}"/>
          </ac:spMkLst>
        </pc:spChg>
        <pc:spChg chg="mod">
          <ac:chgData name="kousuke yamamoto" userId="516c4d66ab16f868" providerId="LiveId" clId="{6DE8346A-485C-46ED-AFC0-899DF69DB0FD}" dt="2026-10-08T14:45:21.500" v="1293" actId="1076"/>
          <ac:spMkLst>
            <pc:docMk/>
            <pc:sldMk cId="0" sldId="261"/>
            <ac:spMk id="8" creationId="{B583C0F8-8C54-4417-9EE0-84A0AF84E0DF}"/>
          </ac:spMkLst>
        </pc:spChg>
        <pc:spChg chg="mod">
          <ac:chgData name="kousuke yamamoto" userId="516c4d66ab16f868" providerId="LiveId" clId="{6DE8346A-485C-46ED-AFC0-899DF69DB0FD}" dt="2026-10-08T14:52:31.579" v="1607" actId="1076"/>
          <ac:spMkLst>
            <pc:docMk/>
            <pc:sldMk cId="0" sldId="261"/>
            <ac:spMk id="9" creationId="{0D6B0945-959E-46D4-9780-A6377E1640D8}"/>
          </ac:spMkLst>
        </pc:spChg>
        <pc:spChg chg="del mod">
          <ac:chgData name="kousuke yamamoto" userId="516c4d66ab16f868" providerId="LiveId" clId="{6DE8346A-485C-46ED-AFC0-899DF69DB0FD}" dt="2026-10-08T14:49:30.247" v="1423" actId="478"/>
          <ac:spMkLst>
            <pc:docMk/>
            <pc:sldMk cId="0" sldId="261"/>
            <ac:spMk id="14" creationId="{BA078506-7E4C-4F5D-B9A4-35A7E62517A2}"/>
          </ac:spMkLst>
        </pc:spChg>
        <pc:spChg chg="mod">
          <ac:chgData name="kousuke yamamoto" userId="516c4d66ab16f868" providerId="LiveId" clId="{6DE8346A-485C-46ED-AFC0-899DF69DB0FD}" dt="2026-10-08T14:47:18.904" v="1348" actId="14100"/>
          <ac:spMkLst>
            <pc:docMk/>
            <pc:sldMk cId="0" sldId="261"/>
            <ac:spMk id="16" creationId="{CFB47AD2-AE9E-45A7-968A-6F4AF3BE494A}"/>
          </ac:spMkLst>
        </pc:spChg>
        <pc:spChg chg="add mod">
          <ac:chgData name="kousuke yamamoto" userId="516c4d66ab16f868" providerId="LiveId" clId="{6DE8346A-485C-46ED-AFC0-899DF69DB0FD}" dt="2026-10-08T14:53:03.971" v="1621" actId="14100"/>
          <ac:spMkLst>
            <pc:docMk/>
            <pc:sldMk cId="0" sldId="261"/>
            <ac:spMk id="18" creationId="{AF97EBDD-B6B0-4209-97C2-591BEBCBF71B}"/>
          </ac:spMkLst>
        </pc:spChg>
        <pc:spChg chg="mod">
          <ac:chgData name="kousuke yamamoto" userId="516c4d66ab16f868" providerId="LiveId" clId="{6DE8346A-485C-46ED-AFC0-899DF69DB0FD}" dt="2026-10-08T14:45:26.309" v="1295" actId="1076"/>
          <ac:spMkLst>
            <pc:docMk/>
            <pc:sldMk cId="0" sldId="261"/>
            <ac:spMk id="19" creationId="{25A60F97-B616-4CEB-A0D8-7362FB3B7E19}"/>
          </ac:spMkLst>
        </pc:spChg>
        <pc:spChg chg="mod">
          <ac:chgData name="kousuke yamamoto" userId="516c4d66ab16f868" providerId="LiveId" clId="{6DE8346A-485C-46ED-AFC0-899DF69DB0FD}" dt="2026-10-08T14:45:33.906" v="1297" actId="1076"/>
          <ac:spMkLst>
            <pc:docMk/>
            <pc:sldMk cId="0" sldId="261"/>
            <ac:spMk id="20" creationId="{7BA5D4A2-CECA-4F42-AD75-907BD8F905BA}"/>
          </ac:spMkLst>
        </pc:spChg>
        <pc:spChg chg="mod">
          <ac:chgData name="kousuke yamamoto" userId="516c4d66ab16f868" providerId="LiveId" clId="{6DE8346A-485C-46ED-AFC0-899DF69DB0FD}" dt="2026-10-08T14:48:20.775" v="1368" actId="1076"/>
          <ac:spMkLst>
            <pc:docMk/>
            <pc:sldMk cId="0" sldId="261"/>
            <ac:spMk id="21" creationId="{ADD38AD8-08A4-4D68-ACDC-7161086FCB9D}"/>
          </ac:spMkLst>
        </pc:spChg>
        <pc:spChg chg="del mod">
          <ac:chgData name="kousuke yamamoto" userId="516c4d66ab16f868" providerId="LiveId" clId="{6DE8346A-485C-46ED-AFC0-899DF69DB0FD}" dt="2026-10-08T14:50:50.020" v="1515" actId="478"/>
          <ac:spMkLst>
            <pc:docMk/>
            <pc:sldMk cId="0" sldId="261"/>
            <ac:spMk id="22" creationId="{7806784A-4868-4A8F-BB54-800602572138}"/>
          </ac:spMkLst>
        </pc:spChg>
        <pc:spChg chg="del mod">
          <ac:chgData name="kousuke yamamoto" userId="516c4d66ab16f868" providerId="LiveId" clId="{6DE8346A-485C-46ED-AFC0-899DF69DB0FD}" dt="2026-10-08T14:52:58.258" v="1620" actId="478"/>
          <ac:spMkLst>
            <pc:docMk/>
            <pc:sldMk cId="0" sldId="261"/>
            <ac:spMk id="23" creationId="{E2D9D0D3-D19E-47EF-9969-C3597AD4EDB4}"/>
          </ac:spMkLst>
        </pc:spChg>
        <pc:spChg chg="mod">
          <ac:chgData name="kousuke yamamoto" userId="516c4d66ab16f868" providerId="LiveId" clId="{6DE8346A-485C-46ED-AFC0-899DF69DB0FD}" dt="2026-10-08T14:52:45.059" v="1616" actId="14100"/>
          <ac:spMkLst>
            <pc:docMk/>
            <pc:sldMk cId="0" sldId="261"/>
            <ac:spMk id="24" creationId="{B92945C9-D043-4A1F-BC8A-7A0428356C38}"/>
          </ac:spMkLst>
        </pc:spChg>
        <pc:spChg chg="add mod">
          <ac:chgData name="kousuke yamamoto" userId="516c4d66ab16f868" providerId="LiveId" clId="{6DE8346A-485C-46ED-AFC0-899DF69DB0FD}" dt="2026-10-08T14:53:36.990" v="1632" actId="1076"/>
          <ac:spMkLst>
            <pc:docMk/>
            <pc:sldMk cId="0" sldId="261"/>
            <ac:spMk id="25" creationId="{BE15DC54-AE7A-4F8E-918F-363DE7902632}"/>
          </ac:spMkLst>
        </pc:spChg>
        <pc:spChg chg="add mod">
          <ac:chgData name="kousuke yamamoto" userId="516c4d66ab16f868" providerId="LiveId" clId="{6DE8346A-485C-46ED-AFC0-899DF69DB0FD}" dt="2026-10-08T14:53:16.850" v="1626" actId="14100"/>
          <ac:spMkLst>
            <pc:docMk/>
            <pc:sldMk cId="0" sldId="261"/>
            <ac:spMk id="26" creationId="{EC408C00-334B-48E6-BDB7-C0B273946351}"/>
          </ac:spMkLst>
        </pc:spChg>
        <pc:spChg chg="add mod">
          <ac:chgData name="kousuke yamamoto" userId="516c4d66ab16f868" providerId="LiveId" clId="{6DE8346A-485C-46ED-AFC0-899DF69DB0FD}" dt="2026-10-08T14:53:31.831" v="1630" actId="1076"/>
          <ac:spMkLst>
            <pc:docMk/>
            <pc:sldMk cId="0" sldId="261"/>
            <ac:spMk id="27" creationId="{94ABE33A-3EDD-4FFD-98E0-1A17C9858C07}"/>
          </ac:spMkLst>
        </pc:spChg>
        <pc:spChg chg="add mod">
          <ac:chgData name="kousuke yamamoto" userId="516c4d66ab16f868" providerId="LiveId" clId="{6DE8346A-485C-46ED-AFC0-899DF69DB0FD}" dt="2026-10-08T14:53:59.948" v="1667" actId="14100"/>
          <ac:spMkLst>
            <pc:docMk/>
            <pc:sldMk cId="0" sldId="261"/>
            <ac:spMk id="28" creationId="{A4379FB6-A154-4892-8EFC-85261F9DFC79}"/>
          </ac:spMkLst>
        </pc:spChg>
        <pc:picChg chg="add del">
          <ac:chgData name="kousuke yamamoto" userId="516c4d66ab16f868" providerId="LiveId" clId="{6DE8346A-485C-46ED-AFC0-899DF69DB0FD}" dt="2026-10-08T14:49:37.559" v="1426" actId="22"/>
          <ac:picMkLst>
            <pc:docMk/>
            <pc:sldMk cId="0" sldId="261"/>
            <ac:picMk id="7" creationId="{09DAB708-E88B-4DB9-B185-42DCA2B6BEF6}"/>
          </ac:picMkLst>
        </pc:picChg>
      </pc:sldChg>
      <pc:sldChg chg="addSp delSp modSp mod">
        <pc:chgData name="kousuke yamamoto" userId="516c4d66ab16f868" providerId="LiveId" clId="{6DE8346A-485C-46ED-AFC0-899DF69DB0FD}" dt="2026-10-08T13:38:59.554" v="759" actId="1076"/>
        <pc:sldMkLst>
          <pc:docMk/>
          <pc:sldMk cId="0" sldId="263"/>
        </pc:sldMkLst>
        <pc:spChg chg="del mod">
          <ac:chgData name="kousuke yamamoto" userId="516c4d66ab16f868" providerId="LiveId" clId="{6DE8346A-485C-46ED-AFC0-899DF69DB0FD}" dt="2026-10-08T13:05:58.608" v="490" actId="478"/>
          <ac:spMkLst>
            <pc:docMk/>
            <pc:sldMk cId="0" sldId="263"/>
            <ac:spMk id="2" creationId="{376B169F-2FD1-4F7E-BD85-FF8DA51CEE45}"/>
          </ac:spMkLst>
        </pc:spChg>
        <pc:spChg chg="add mod">
          <ac:chgData name="kousuke yamamoto" userId="516c4d66ab16f868" providerId="LiveId" clId="{6DE8346A-485C-46ED-AFC0-899DF69DB0FD}" dt="2026-10-08T13:07:32.041" v="511" actId="1076"/>
          <ac:spMkLst>
            <pc:docMk/>
            <pc:sldMk cId="0" sldId="263"/>
            <ac:spMk id="3" creationId="{FB759AF9-7281-48AC-8DBF-B36CB5CCE18B}"/>
          </ac:spMkLst>
        </pc:spChg>
        <pc:spChg chg="add mod">
          <ac:chgData name="kousuke yamamoto" userId="516c4d66ab16f868" providerId="LiveId" clId="{6DE8346A-485C-46ED-AFC0-899DF69DB0FD}" dt="2026-10-08T13:37:00.121" v="745" actId="255"/>
          <ac:spMkLst>
            <pc:docMk/>
            <pc:sldMk cId="0" sldId="263"/>
            <ac:spMk id="4" creationId="{D063401D-D46E-42DF-90E2-DF297FF1B942}"/>
          </ac:spMkLst>
        </pc:spChg>
        <pc:spChg chg="add mod">
          <ac:chgData name="kousuke yamamoto" userId="516c4d66ab16f868" providerId="LiveId" clId="{6DE8346A-485C-46ED-AFC0-899DF69DB0FD}" dt="2026-10-08T13:38:59.554" v="759" actId="1076"/>
          <ac:spMkLst>
            <pc:docMk/>
            <pc:sldMk cId="0" sldId="263"/>
            <ac:spMk id="5" creationId="{7EE809D5-24E5-4881-8988-806117AED71C}"/>
          </ac:spMkLst>
        </pc:spChg>
        <pc:spChg chg="mod">
          <ac:chgData name="kousuke yamamoto" userId="516c4d66ab16f868" providerId="LiveId" clId="{6DE8346A-485C-46ED-AFC0-899DF69DB0FD}" dt="2026-10-08T13:23:05.381" v="739" actId="1076"/>
          <ac:spMkLst>
            <pc:docMk/>
            <pc:sldMk cId="0" sldId="263"/>
            <ac:spMk id="9" creationId="{31CC81D0-7A6F-4454-B188-C57577CE4627}"/>
          </ac:spMkLst>
        </pc:spChg>
        <pc:spChg chg="add del mod">
          <ac:chgData name="kousuke yamamoto" userId="516c4d66ab16f868" providerId="LiveId" clId="{6DE8346A-485C-46ED-AFC0-899DF69DB0FD}" dt="2026-10-08T13:20:35.626" v="628"/>
          <ac:spMkLst>
            <pc:docMk/>
            <pc:sldMk cId="0" sldId="263"/>
            <ac:spMk id="12" creationId="{D18E6C2A-FBAC-404A-B9A0-6E854BB11B49}"/>
          </ac:spMkLst>
        </pc:spChg>
        <pc:spChg chg="add mod">
          <ac:chgData name="kousuke yamamoto" userId="516c4d66ab16f868" providerId="LiveId" clId="{6DE8346A-485C-46ED-AFC0-899DF69DB0FD}" dt="2026-10-08T13:38:25.752" v="757" actId="14100"/>
          <ac:spMkLst>
            <pc:docMk/>
            <pc:sldMk cId="0" sldId="263"/>
            <ac:spMk id="13" creationId="{18E44EB3-9135-4711-BFF9-4EE0C51469A4}"/>
          </ac:spMkLst>
        </pc:spChg>
        <pc:graphicFrameChg chg="add del mod">
          <ac:chgData name="kousuke yamamoto" userId="516c4d66ab16f868" providerId="LiveId" clId="{6DE8346A-485C-46ED-AFC0-899DF69DB0FD}" dt="2026-10-08T13:15:37.562" v="520"/>
          <ac:graphicFrameMkLst>
            <pc:docMk/>
            <pc:sldMk cId="0" sldId="263"/>
            <ac:graphicFrameMk id="6" creationId="{117B0E2F-55CD-48B9-AC6D-A1BE1D8A98E9}"/>
          </ac:graphicFrameMkLst>
        </pc:graphicFrameChg>
        <pc:graphicFrameChg chg="add del mod">
          <ac:chgData name="kousuke yamamoto" userId="516c4d66ab16f868" providerId="LiveId" clId="{6DE8346A-485C-46ED-AFC0-899DF69DB0FD}" dt="2026-10-08T13:15:37.562" v="520"/>
          <ac:graphicFrameMkLst>
            <pc:docMk/>
            <pc:sldMk cId="0" sldId="263"/>
            <ac:graphicFrameMk id="8" creationId="{3F2E9702-9657-4003-A5CA-507B44C6B2B2}"/>
          </ac:graphicFrameMkLst>
        </pc:graphicFrameChg>
        <pc:graphicFrameChg chg="add mod">
          <ac:chgData name="kousuke yamamoto" userId="516c4d66ab16f868" providerId="LiveId" clId="{6DE8346A-485C-46ED-AFC0-899DF69DB0FD}" dt="2026-10-08T13:20:44.638" v="631" actId="1076"/>
          <ac:graphicFrameMkLst>
            <pc:docMk/>
            <pc:sldMk cId="0" sldId="263"/>
            <ac:graphicFrameMk id="10" creationId="{0324B8CD-ACFE-498B-81C7-CA26BE4FCA6C}"/>
          </ac:graphicFrameMkLst>
        </pc:graphicFrameChg>
        <pc:graphicFrameChg chg="add del mod">
          <ac:chgData name="kousuke yamamoto" userId="516c4d66ab16f868" providerId="LiveId" clId="{6DE8346A-485C-46ED-AFC0-899DF69DB0FD}" dt="2026-10-08T13:17:09.850" v="611" actId="478"/>
          <ac:graphicFrameMkLst>
            <pc:docMk/>
            <pc:sldMk cId="0" sldId="263"/>
            <ac:graphicFrameMk id="11" creationId="{65C61016-ACE7-4497-9E3D-3C1EC8032D7A}"/>
          </ac:graphicFrameMkLst>
        </pc:graphicFrameChg>
        <pc:graphicFrameChg chg="add del mod">
          <ac:chgData name="kousuke yamamoto" userId="516c4d66ab16f868" providerId="LiveId" clId="{6DE8346A-485C-46ED-AFC0-899DF69DB0FD}" dt="2026-10-08T13:37:52.773" v="752" actId="478"/>
          <ac:graphicFrameMkLst>
            <pc:docMk/>
            <pc:sldMk cId="0" sldId="263"/>
            <ac:graphicFrameMk id="14" creationId="{8882B0A0-8771-47A5-8765-C1D1B318D62A}"/>
          </ac:graphicFrameMkLst>
        </pc:graphicFrameChg>
        <pc:graphicFrameChg chg="add del mod">
          <ac:chgData name="kousuke yamamoto" userId="516c4d66ab16f868" providerId="LiveId" clId="{6DE8346A-485C-46ED-AFC0-899DF69DB0FD}" dt="2026-10-08T13:22:26.529" v="731" actId="478"/>
          <ac:graphicFrameMkLst>
            <pc:docMk/>
            <pc:sldMk cId="0" sldId="263"/>
            <ac:graphicFrameMk id="15" creationId="{C84B2099-4523-409D-9D37-044F24E3CF95}"/>
          </ac:graphicFrameMkLst>
        </pc:graphicFrameChg>
      </pc:sldChg>
      <pc:sldChg chg="modSp mod">
        <pc:chgData name="kousuke yamamoto" userId="516c4d66ab16f868" providerId="LiveId" clId="{6DE8346A-485C-46ED-AFC0-899DF69DB0FD}" dt="2026-10-08T14:48:07.294" v="1365" actId="20577"/>
        <pc:sldMkLst>
          <pc:docMk/>
          <pc:sldMk cId="3622600241" sldId="264"/>
        </pc:sldMkLst>
        <pc:spChg chg="mod">
          <ac:chgData name="kousuke yamamoto" userId="516c4d66ab16f868" providerId="LiveId" clId="{6DE8346A-485C-46ED-AFC0-899DF69DB0FD}" dt="2026-10-08T14:48:07.294" v="1365" actId="20577"/>
          <ac:spMkLst>
            <pc:docMk/>
            <pc:sldMk cId="3622600241" sldId="264"/>
            <ac:spMk id="3" creationId="{3C9E4263-8370-4EC0-B987-B59700E54FA7}"/>
          </ac:spMkLst>
        </pc:spChg>
        <pc:spChg chg="mod">
          <ac:chgData name="kousuke yamamoto" userId="516c4d66ab16f868" providerId="LiveId" clId="{6DE8346A-485C-46ED-AFC0-899DF69DB0FD}" dt="2026-10-08T05:40:01.680" v="8" actId="20577"/>
          <ac:spMkLst>
            <pc:docMk/>
            <pc:sldMk cId="3622600241" sldId="264"/>
            <ac:spMk id="5" creationId="{7BD15FD0-936A-427E-B92E-3358E9AE87D9}"/>
          </ac:spMkLst>
        </pc:spChg>
      </pc:sldChg>
      <pc:sldChg chg="modSp mod">
        <pc:chgData name="kousuke yamamoto" userId="516c4d66ab16f868" providerId="LiveId" clId="{6DE8346A-485C-46ED-AFC0-899DF69DB0FD}" dt="2026-10-08T05:48:05.063" v="242" actId="14100"/>
        <pc:sldMkLst>
          <pc:docMk/>
          <pc:sldMk cId="4047880640" sldId="267"/>
        </pc:sldMkLst>
        <pc:spChg chg="mod">
          <ac:chgData name="kousuke yamamoto" userId="516c4d66ab16f868" providerId="LiveId" clId="{6DE8346A-485C-46ED-AFC0-899DF69DB0FD}" dt="2026-10-08T05:47:07.765" v="190" actId="20577"/>
          <ac:spMkLst>
            <pc:docMk/>
            <pc:sldMk cId="4047880640" sldId="267"/>
            <ac:spMk id="4" creationId="{FDE00C1E-5F09-44B3-9D60-249CD5642B5B}"/>
          </ac:spMkLst>
        </pc:spChg>
        <pc:spChg chg="mod">
          <ac:chgData name="kousuke yamamoto" userId="516c4d66ab16f868" providerId="LiveId" clId="{6DE8346A-485C-46ED-AFC0-899DF69DB0FD}" dt="2026-10-08T05:47:34.202" v="216" actId="20577"/>
          <ac:spMkLst>
            <pc:docMk/>
            <pc:sldMk cId="4047880640" sldId="267"/>
            <ac:spMk id="7" creationId="{5507A22D-974F-4D2F-9E4C-0869B25B6561}"/>
          </ac:spMkLst>
        </pc:spChg>
        <pc:spChg chg="mod">
          <ac:chgData name="kousuke yamamoto" userId="516c4d66ab16f868" providerId="LiveId" clId="{6DE8346A-485C-46ED-AFC0-899DF69DB0FD}" dt="2026-10-08T05:48:05.063" v="242" actId="14100"/>
          <ac:spMkLst>
            <pc:docMk/>
            <pc:sldMk cId="4047880640" sldId="267"/>
            <ac:spMk id="13" creationId="{4AF0D3BD-546E-4F94-BF34-BE6901DB6F25}"/>
          </ac:spMkLst>
        </pc:spChg>
      </pc:sldChg>
      <pc:sldChg chg="modSp mod ord">
        <pc:chgData name="kousuke yamamoto" userId="516c4d66ab16f868" providerId="LiveId" clId="{6DE8346A-485C-46ED-AFC0-899DF69DB0FD}" dt="2026-10-09T02:21:37.695" v="1679"/>
        <pc:sldMkLst>
          <pc:docMk/>
          <pc:sldMk cId="1417576500" sldId="268"/>
        </pc:sldMkLst>
        <pc:spChg chg="mod">
          <ac:chgData name="kousuke yamamoto" userId="516c4d66ab16f868" providerId="LiveId" clId="{6DE8346A-485C-46ED-AFC0-899DF69DB0FD}" dt="2026-10-08T14:54:44.843" v="1671" actId="255"/>
          <ac:spMkLst>
            <pc:docMk/>
            <pc:sldMk cId="1417576500" sldId="268"/>
            <ac:spMk id="9" creationId="{AE2D33BF-6DBF-49C0-BADC-46794B569439}"/>
          </ac:spMkLst>
        </pc:spChg>
      </pc:sldChg>
      <pc:sldChg chg="ord">
        <pc:chgData name="kousuke yamamoto" userId="516c4d66ab16f868" providerId="LiveId" clId="{6DE8346A-485C-46ED-AFC0-899DF69DB0FD}" dt="2026-10-09T02:21:38.992" v="1681"/>
        <pc:sldMkLst>
          <pc:docMk/>
          <pc:sldMk cId="3929329428" sldId="273"/>
        </pc:sldMkLst>
      </pc:sldChg>
      <pc:sldChg chg="addSp delSp modSp mod">
        <pc:chgData name="kousuke yamamoto" userId="516c4d66ab16f868" providerId="LiveId" clId="{6DE8346A-485C-46ED-AFC0-899DF69DB0FD}" dt="2026-10-08T13:00:57.495" v="486" actId="1076"/>
        <pc:sldMkLst>
          <pc:docMk/>
          <pc:sldMk cId="1368519107" sldId="275"/>
        </pc:sldMkLst>
        <pc:spChg chg="mod">
          <ac:chgData name="kousuke yamamoto" userId="516c4d66ab16f868" providerId="LiveId" clId="{6DE8346A-485C-46ED-AFC0-899DF69DB0FD}" dt="2026-10-08T12:52:45.274" v="417" actId="1076"/>
          <ac:spMkLst>
            <pc:docMk/>
            <pc:sldMk cId="1368519107" sldId="275"/>
            <ac:spMk id="2" creationId="{833A4E06-EE75-40A7-A1FD-D57D73A87CA8}"/>
          </ac:spMkLst>
        </pc:spChg>
        <pc:spChg chg="add mod">
          <ac:chgData name="kousuke yamamoto" userId="516c4d66ab16f868" providerId="LiveId" clId="{6DE8346A-485C-46ED-AFC0-899DF69DB0FD}" dt="2026-10-08T13:00:57.495" v="486" actId="1076"/>
          <ac:spMkLst>
            <pc:docMk/>
            <pc:sldMk cId="1368519107" sldId="275"/>
            <ac:spMk id="3" creationId="{C5F7D07E-6853-4ABA-B72B-D02643933F6E}"/>
          </ac:spMkLst>
        </pc:spChg>
        <pc:picChg chg="del mod">
          <ac:chgData name="kousuke yamamoto" userId="516c4d66ab16f868" providerId="LiveId" clId="{6DE8346A-485C-46ED-AFC0-899DF69DB0FD}" dt="2026-10-08T05:41:48.719" v="22" actId="478"/>
          <ac:picMkLst>
            <pc:docMk/>
            <pc:sldMk cId="1368519107" sldId="275"/>
            <ac:picMk id="6" creationId="{66BC014B-14C2-4592-BF96-484CACF5DD74}"/>
          </ac:picMkLst>
        </pc:picChg>
      </pc:sldChg>
      <pc:sldChg chg="modSp mod">
        <pc:chgData name="kousuke yamamoto" userId="516c4d66ab16f868" providerId="LiveId" clId="{6DE8346A-485C-46ED-AFC0-899DF69DB0FD}" dt="2026-10-08T14:54:29.886" v="1669" actId="14100"/>
        <pc:sldMkLst>
          <pc:docMk/>
          <pc:sldMk cId="2174802983" sldId="276"/>
        </pc:sldMkLst>
        <pc:spChg chg="mod">
          <ac:chgData name="kousuke yamamoto" userId="516c4d66ab16f868" providerId="LiveId" clId="{6DE8346A-485C-46ED-AFC0-899DF69DB0FD}" dt="2026-10-08T14:54:29.886" v="1669" actId="14100"/>
          <ac:spMkLst>
            <pc:docMk/>
            <pc:sldMk cId="2174802983" sldId="276"/>
            <ac:spMk id="4" creationId="{A84147B3-AEFB-4ABF-A40D-9EB6200E68C3}"/>
          </ac:spMkLst>
        </pc:spChg>
        <pc:picChg chg="mod">
          <ac:chgData name="kousuke yamamoto" userId="516c4d66ab16f868" providerId="LiveId" clId="{6DE8346A-485C-46ED-AFC0-899DF69DB0FD}" dt="2026-10-08T05:46:31.167" v="161" actId="1076"/>
          <ac:picMkLst>
            <pc:docMk/>
            <pc:sldMk cId="2174802983" sldId="276"/>
            <ac:picMk id="3" creationId="{042B6202-40C1-4F10-B7F8-05F0C96734AB}"/>
          </ac:picMkLst>
        </pc:picChg>
      </pc:sldChg>
      <pc:sldChg chg="del">
        <pc:chgData name="kousuke yamamoto" userId="516c4d66ab16f868" providerId="LiveId" clId="{6DE8346A-485C-46ED-AFC0-899DF69DB0FD}" dt="2026-10-08T05:46:11.621" v="159" actId="2696"/>
        <pc:sldMkLst>
          <pc:docMk/>
          <pc:sldMk cId="3007763323" sldId="277"/>
        </pc:sldMkLst>
      </pc:sldChg>
      <pc:sldChg chg="del">
        <pc:chgData name="kousuke yamamoto" userId="516c4d66ab16f868" providerId="LiveId" clId="{6DE8346A-485C-46ED-AFC0-899DF69DB0FD}" dt="2026-10-08T05:46:08.684" v="158" actId="2696"/>
        <pc:sldMkLst>
          <pc:docMk/>
          <pc:sldMk cId="1752989940" sldId="278"/>
        </pc:sldMkLst>
      </pc:sldChg>
      <pc:sldChg chg="addSp modSp new del mod">
        <pc:chgData name="kousuke yamamoto" userId="516c4d66ab16f868" providerId="LiveId" clId="{6DE8346A-485C-46ED-AFC0-899DF69DB0FD}" dt="2026-10-08T12:36:31.237" v="348" actId="47"/>
        <pc:sldMkLst>
          <pc:docMk/>
          <pc:sldMk cId="1962656290" sldId="279"/>
        </pc:sldMkLst>
        <pc:picChg chg="add mod">
          <ac:chgData name="kousuke yamamoto" userId="516c4d66ab16f868" providerId="LiveId" clId="{6DE8346A-485C-46ED-AFC0-899DF69DB0FD}" dt="2026-10-08T05:42:17.799" v="30" actId="14100"/>
          <ac:picMkLst>
            <pc:docMk/>
            <pc:sldMk cId="1962656290" sldId="279"/>
            <ac:picMk id="3" creationId="{9B8D7499-89A9-4865-84E7-6AE73E2E1E8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23BABC-04D1-40FF-A826-E108E600BEAD}" type="datetimeFigureOut">
              <a:rPr kumimoji="1" lang="ja-JP" altLang="en-US" smtClean="0"/>
              <a:t>2026/10/9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D18AC2-2250-4479-91AF-2B392C52A5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676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18AC2-2250-4479-91AF-2B392C52A59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19949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18AC2-2250-4479-91AF-2B392C52A59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925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4AA89A-4FD6-410D-98A4-CDDDACB4D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F3B7692-8F70-4319-8B2E-6119C3CA83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FB948F-A1AE-49BA-9D0F-FF09A82E9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B08FA4-C126-4017-B117-E1068C905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8AAC90-7ECB-4985-9001-2A24AFB54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1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F1978C-C2EA-47ED-B3A6-C46856934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DA96DB-DD84-4A59-BA32-353FC569D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5FC3-FA6C-4808-BD0B-6379E79EF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D3FCD7-D70F-4A79-8B61-066F1184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840BE6-FD58-4408-87A6-EF8FBA0E1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600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0BFE32-1BB1-4B8F-BAFD-B05AF5D1E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7917F7-841D-4C80-A9D9-77AC1DFC9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7B159B-232F-48DE-805F-77F042B3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3B963A-B036-4CEF-96F0-74D9FCA42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3822D8-6914-4AFC-A4FF-69FB2372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20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CB3C6D-48CF-42EF-B5B4-7A969B15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4069B9-E893-403B-9279-364D8C666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31FEAB4-24BA-49EB-B90D-DA135D23D8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31607F-603A-41C6-9529-B4063FDB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97781A-F984-45E7-A0F5-0E08A72C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A325EF-779C-4205-A351-2096609A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6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7330BA-C62C-47E8-82A7-E67033386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00F23-CE37-443E-AA3A-D7E24D2F9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CD35A09-324D-45D0-90EA-F86A693F9A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2DA707-1C25-4C43-841E-BFE644C86A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9327190-65AC-44BA-ACE1-497CF46E2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94C7B01-EDF8-4B3F-BAF3-F8EE338A1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84D3EC0-7B88-4803-9501-329AAC79D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5CB42BF-BBA7-49DE-ADE4-C67E52FA8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9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D54E6B-30D6-4007-A3B5-A86D131DF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7C5C9B-5101-4F67-BD20-588558B3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8FD2F83-F5B8-4A27-84F2-D99A43EE8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203727D-189F-475D-B02D-520EE9D7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16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78C4C61-7344-4435-9376-04565DB79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83EFB45-94E9-4071-A44E-ADAE80FE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FF63773-7012-4D90-B18D-497DDF3F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471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15B740-B65A-4E7E-8297-15C5CC2F0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D5B80-699A-4C50-A108-073865E5A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660166-67BD-4651-AB11-E8C51C0E4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AB8886-FB6C-45AA-9AE6-21B2EE978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96AB80F-2F20-4440-82E0-C3A1FC2E6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579024-AB5F-4D27-A41C-F1C4CCDF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163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684458-5E97-4E29-AA43-9949E0B87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669EC36-E65D-4B71-9336-BFC6394C53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C96C547-2F68-47E4-B42C-B3B8045717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91E8956-A15C-4E87-9E8E-39BCB6F0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8BD40F-24F1-4D50-9EE1-CD7F912D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8571B2-3159-4D42-A344-0E42097C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038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9BA728-C0DE-4485-98CA-CBC99DB81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B9F6F21-022A-40FE-AF1D-3FCED06440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642CBA-2A36-4961-919D-2136F672F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5CB4DE-64F5-4228-90B2-6B537250E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2392EC-854D-485C-9A2B-4BD899B38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0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2B091DA-4C4D-454A-95C4-CAEF2CEA1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277D5C9-6A9A-42EE-8F67-6AECA873D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0B2D21-F05C-4D5C-8221-5E5800FCE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4B0A77-887A-42B7-9237-16744A00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DD86AF-B1FB-489C-9672-A8BDE71A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08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71F015-F5EC-4FB5-A547-FCE7F090B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67DA307-7903-4BEA-8989-D13858814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9C99A8-F8C5-43B9-8CE6-A7F0F7BD28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9AE351-CB76-4220-8F44-E1FB0BD60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684726-8B01-485A-96BD-D8955A14A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48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0" r:id="rId1"/>
    <p:sldLayoutId id="2147483891" r:id="rId2"/>
    <p:sldLayoutId id="2147483892" r:id="rId3"/>
    <p:sldLayoutId id="2147483893" r:id="rId4"/>
    <p:sldLayoutId id="2147483894" r:id="rId5"/>
    <p:sldLayoutId id="2147483895" r:id="rId6"/>
    <p:sldLayoutId id="2147483896" r:id="rId7"/>
    <p:sldLayoutId id="2147483897" r:id="rId8"/>
    <p:sldLayoutId id="2147483898" r:id="rId9"/>
    <p:sldLayoutId id="2147483899" r:id="rId10"/>
    <p:sldLayoutId id="21474839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C9E4263-8370-4EC0-B987-B59700E54FA7}"/>
              </a:ext>
            </a:extLst>
          </p:cNvPr>
          <p:cNvSpPr/>
          <p:nvPr/>
        </p:nvSpPr>
        <p:spPr>
          <a:xfrm>
            <a:off x="1124354" y="2514599"/>
            <a:ext cx="10077045" cy="223837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9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雨粒をつなげ</a:t>
            </a:r>
            <a:endParaRPr kumimoji="1" lang="ja-JP" altLang="en-US" sz="9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D15FD0-936A-427E-B92E-3358E9AE87D9}"/>
              </a:ext>
            </a:extLst>
          </p:cNvPr>
          <p:cNvSpPr/>
          <p:nvPr/>
        </p:nvSpPr>
        <p:spPr>
          <a:xfrm>
            <a:off x="1890913" y="5133974"/>
            <a:ext cx="8543925" cy="9144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ジャンル　お絵描き　パズル</a:t>
            </a:r>
          </a:p>
        </p:txBody>
      </p:sp>
    </p:spTree>
    <p:extLst>
      <p:ext uri="{BB962C8B-B14F-4D97-AF65-F5344CB8AC3E}">
        <p14:creationId xmlns:p14="http://schemas.microsoft.com/office/powerpoint/2010/main" val="3622600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33A4E06-EE75-40A7-A1FD-D57D73A87CA8}"/>
              </a:ext>
            </a:extLst>
          </p:cNvPr>
          <p:cNvSpPr/>
          <p:nvPr/>
        </p:nvSpPr>
        <p:spPr>
          <a:xfrm>
            <a:off x="0" y="475488"/>
            <a:ext cx="4352544" cy="5852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solidFill>
                  <a:srgbClr val="26323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5F7D07E-6853-4ABA-B72B-D02643933F6E}"/>
              </a:ext>
            </a:extLst>
          </p:cNvPr>
          <p:cNvSpPr/>
          <p:nvPr/>
        </p:nvSpPr>
        <p:spPr>
          <a:xfrm>
            <a:off x="3547872" y="2299716"/>
            <a:ext cx="7095744" cy="22585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dirty="0">
                <a:solidFill>
                  <a:srgbClr val="26323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パズルゲームが好き</a:t>
            </a:r>
            <a:endParaRPr lang="en-US" altLang="ja-JP" sz="3200" dirty="0">
              <a:solidFill>
                <a:srgbClr val="263238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200" dirty="0">
                <a:solidFill>
                  <a:srgbClr val="26323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新しいゲーム体験を求める</a:t>
            </a:r>
            <a:endParaRPr lang="en-US" altLang="ja-JP" sz="3200" dirty="0">
              <a:solidFill>
                <a:srgbClr val="263238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3200" dirty="0">
              <a:solidFill>
                <a:srgbClr val="263238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zh-CN" altLang="en-US" sz="3200" dirty="0">
                <a:solidFill>
                  <a:srgbClr val="26323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高校生</a:t>
            </a:r>
            <a:r>
              <a:rPr lang="en-US" altLang="zh-CN" sz="3200" dirty="0">
                <a:solidFill>
                  <a:srgbClr val="26323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〜</a:t>
            </a:r>
            <a:r>
              <a:rPr lang="zh-CN" altLang="en-US" sz="3200" dirty="0">
                <a:solidFill>
                  <a:srgbClr val="26323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大学生（</a:t>
            </a:r>
            <a:r>
              <a:rPr lang="en-US" altLang="zh-CN" sz="3200" dirty="0">
                <a:solidFill>
                  <a:srgbClr val="26323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15〜22</a:t>
            </a:r>
            <a:r>
              <a:rPr lang="zh-CN" altLang="en-US" sz="3200" dirty="0">
                <a:solidFill>
                  <a:srgbClr val="26323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歳）</a:t>
            </a:r>
            <a:endParaRPr kumimoji="1" lang="ja-JP" altLang="en-US" sz="3200" dirty="0">
              <a:solidFill>
                <a:srgbClr val="263238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68519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1883C96-B356-4D47-AEE6-060822A71E95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概要</a:t>
            </a:r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32B2933-ECB3-4D47-BADF-E85DEDDE1079}"/>
              </a:ext>
            </a:extLst>
          </p:cNvPr>
          <p:cNvSpPr/>
          <p:nvPr/>
        </p:nvSpPr>
        <p:spPr>
          <a:xfrm>
            <a:off x="3044757" y="2099691"/>
            <a:ext cx="7162800" cy="236258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マウスで指を操作し　</a:t>
            </a:r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キーボードで雨粒を操作</a:t>
            </a:r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雨粒をつなぎお題を描け</a:t>
            </a:r>
            <a:endParaRPr kumimoji="1" lang="ja-JP" altLang="en-US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1CC81D0-7A6F-4454-B188-C57577CE4627}"/>
              </a:ext>
            </a:extLst>
          </p:cNvPr>
          <p:cNvSpPr/>
          <p:nvPr/>
        </p:nvSpPr>
        <p:spPr>
          <a:xfrm>
            <a:off x="3371843" y="4001294"/>
            <a:ext cx="9094477" cy="219433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250000"/>
              </a:lnSpc>
            </a:pPr>
            <a:r>
              <a:rPr lang="ja-JP" altLang="en-US" sz="3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盤面を整えて、文字を描くパズルゲーム</a:t>
            </a:r>
            <a:endParaRPr lang="ja-JP" altLang="en-US" sz="3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96A2368-A0B5-46DB-AC90-58BE3C12438C}"/>
              </a:ext>
            </a:extLst>
          </p:cNvPr>
          <p:cNvSpPr/>
          <p:nvPr/>
        </p:nvSpPr>
        <p:spPr>
          <a:xfrm>
            <a:off x="-504457" y="4939279"/>
            <a:ext cx="3381376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一言で</a:t>
            </a:r>
            <a:endParaRPr kumimoji="1" lang="ja-JP" altLang="en-US" sz="3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759AF9-7281-48AC-8DBF-B36CB5CCE18B}"/>
              </a:ext>
            </a:extLst>
          </p:cNvPr>
          <p:cNvSpPr/>
          <p:nvPr/>
        </p:nvSpPr>
        <p:spPr>
          <a:xfrm>
            <a:off x="125527" y="356616"/>
            <a:ext cx="2121408" cy="9144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特徴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063401D-D46E-42DF-90E2-DF297FF1B942}"/>
              </a:ext>
            </a:extLst>
          </p:cNvPr>
          <p:cNvSpPr/>
          <p:nvPr/>
        </p:nvSpPr>
        <p:spPr>
          <a:xfrm>
            <a:off x="3566160" y="667512"/>
            <a:ext cx="7598664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今までにない操作のゲームを遊びたい</a:t>
            </a:r>
            <a:endParaRPr kumimoji="1" lang="ja-JP" altLang="en-US" sz="3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EE809D5-24E5-4881-8988-806117AED71C}"/>
              </a:ext>
            </a:extLst>
          </p:cNvPr>
          <p:cNvSpPr/>
          <p:nvPr/>
        </p:nvSpPr>
        <p:spPr>
          <a:xfrm>
            <a:off x="3982212" y="1891459"/>
            <a:ext cx="6766560" cy="10471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マウスとキーボードを同時に使い</a:t>
            </a:r>
            <a:endParaRPr kumimoji="1" lang="en-US" altLang="ja-JP" sz="3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3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指と雨粒を別々に操作する</a:t>
            </a: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0324B8CD-ACFE-498B-81C7-CA26BE4FCA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566941"/>
              </p:ext>
            </p:extLst>
          </p:nvPr>
        </p:nvGraphicFramePr>
        <p:xfrm>
          <a:off x="685800" y="4692825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36606755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ja-JP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1811541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8E44EB3-9135-4711-BFF9-4EE0C51469A4}"/>
              </a:ext>
            </a:extLst>
          </p:cNvPr>
          <p:cNvSpPr/>
          <p:nvPr/>
        </p:nvSpPr>
        <p:spPr>
          <a:xfrm>
            <a:off x="3982212" y="3248142"/>
            <a:ext cx="6766560" cy="10471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雨粒を動かして文字を描けるように盤面を整えるパズル要素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ED09CAE-1C4B-43BB-9B32-E9317E478F10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ルール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033127-4D4D-4EC3-A27C-804E62C27528}"/>
              </a:ext>
            </a:extLst>
          </p:cNvPr>
          <p:cNvSpPr/>
          <p:nvPr/>
        </p:nvSpPr>
        <p:spPr>
          <a:xfrm>
            <a:off x="4133851" y="667512"/>
            <a:ext cx="7096125" cy="44622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雨粒と指を操作し、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雨粒を指で繋ぎお手本を描く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　制限時間以内にお題を完成させる</a:t>
            </a:r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　制限時間以内にお題を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完成できなかった場合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ゲームオーバー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0EAE7B8-2E7A-4AF5-9F80-324BE3D322C8}"/>
              </a:ext>
            </a:extLst>
          </p:cNvPr>
          <p:cNvSpPr/>
          <p:nvPr/>
        </p:nvSpPr>
        <p:spPr>
          <a:xfrm>
            <a:off x="0" y="544464"/>
            <a:ext cx="4992624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ゲームの流れ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A6CE379-9DB5-4E43-AE4A-565D343B3DEF}"/>
              </a:ext>
            </a:extLst>
          </p:cNvPr>
          <p:cNvSpPr/>
          <p:nvPr/>
        </p:nvSpPr>
        <p:spPr>
          <a:xfrm>
            <a:off x="32149" y="2523668"/>
            <a:ext cx="1461985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お題を確認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1870252-9069-4CF2-BDB1-5539DA6535CC}"/>
              </a:ext>
            </a:extLst>
          </p:cNvPr>
          <p:cNvSpPr/>
          <p:nvPr/>
        </p:nvSpPr>
        <p:spPr>
          <a:xfrm>
            <a:off x="1992281" y="2528707"/>
            <a:ext cx="2659183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雨粒が盤面に配置される</a:t>
            </a:r>
            <a:endParaRPr kumimoji="1" lang="ja-JP" altLang="en-US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5A4AA4-1310-49B0-B0FA-38D93BAA4E46}"/>
              </a:ext>
            </a:extLst>
          </p:cNvPr>
          <p:cNvSpPr/>
          <p:nvPr/>
        </p:nvSpPr>
        <p:spPr>
          <a:xfrm>
            <a:off x="5105905" y="2528708"/>
            <a:ext cx="2659183" cy="142293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雨粒を動かし</a:t>
            </a:r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盤面を整理</a:t>
            </a:r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B583C0F8-8C54-4417-9EE0-84A0AF84E0DF}"/>
              </a:ext>
            </a:extLst>
          </p:cNvPr>
          <p:cNvSpPr/>
          <p:nvPr/>
        </p:nvSpPr>
        <p:spPr>
          <a:xfrm>
            <a:off x="1494134" y="3030275"/>
            <a:ext cx="498147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D6B0945-959E-46D4-9780-A6377E1640D8}"/>
              </a:ext>
            </a:extLst>
          </p:cNvPr>
          <p:cNvSpPr/>
          <p:nvPr/>
        </p:nvSpPr>
        <p:spPr>
          <a:xfrm rot="5400000">
            <a:off x="8571804" y="4073810"/>
            <a:ext cx="717335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FB47AD2-AE9E-45A7-968A-6F4AF3BE494A}"/>
              </a:ext>
            </a:extLst>
          </p:cNvPr>
          <p:cNvSpPr/>
          <p:nvPr/>
        </p:nvSpPr>
        <p:spPr>
          <a:xfrm>
            <a:off x="8199480" y="2528708"/>
            <a:ext cx="1461985" cy="142874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つなぐ</a:t>
            </a:r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25A60F97-B616-4CEB-A0D8-7362FB3B7E19}"/>
              </a:ext>
            </a:extLst>
          </p:cNvPr>
          <p:cNvSpPr/>
          <p:nvPr/>
        </p:nvSpPr>
        <p:spPr>
          <a:xfrm>
            <a:off x="4651464" y="3073994"/>
            <a:ext cx="441201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7BA5D4A2-CECA-4F42-AD75-907BD8F905BA}"/>
              </a:ext>
            </a:extLst>
          </p:cNvPr>
          <p:cNvSpPr/>
          <p:nvPr/>
        </p:nvSpPr>
        <p:spPr>
          <a:xfrm>
            <a:off x="7778328" y="3073994"/>
            <a:ext cx="421152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DD38AD8-08A4-4D68-ACDC-7161086FCB9D}"/>
              </a:ext>
            </a:extLst>
          </p:cNvPr>
          <p:cNvSpPr/>
          <p:nvPr/>
        </p:nvSpPr>
        <p:spPr>
          <a:xfrm>
            <a:off x="9674705" y="2995727"/>
            <a:ext cx="421152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92945C9-D043-4A1F-BC8A-7A0428356C38}"/>
              </a:ext>
            </a:extLst>
          </p:cNvPr>
          <p:cNvSpPr/>
          <p:nvPr/>
        </p:nvSpPr>
        <p:spPr>
          <a:xfrm>
            <a:off x="6846288" y="4674793"/>
            <a:ext cx="3952776" cy="123731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完成しなかった場合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ゲームオーバー</a:t>
            </a:r>
          </a:p>
        </p:txBody>
      </p:sp>
      <p:sp>
        <p:nvSpPr>
          <p:cNvPr id="18" name="矢印: 右 17">
            <a:extLst>
              <a:ext uri="{FF2B5EF4-FFF2-40B4-BE49-F238E27FC236}">
                <a16:creationId xmlns:a16="http://schemas.microsoft.com/office/drawing/2014/main" id="{AF97EBDD-B6B0-4209-97C2-591BEBCBF71B}"/>
              </a:ext>
            </a:extLst>
          </p:cNvPr>
          <p:cNvSpPr/>
          <p:nvPr/>
        </p:nvSpPr>
        <p:spPr>
          <a:xfrm rot="10800000">
            <a:off x="704088" y="5051135"/>
            <a:ext cx="6142200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E15DC54-AE7A-4F8E-918F-363DE7902632}"/>
              </a:ext>
            </a:extLst>
          </p:cNvPr>
          <p:cNvSpPr/>
          <p:nvPr/>
        </p:nvSpPr>
        <p:spPr>
          <a:xfrm>
            <a:off x="10109097" y="2528708"/>
            <a:ext cx="1896975" cy="142874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完成で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クリア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EC408C00-334B-48E6-BDB7-C0B273946351}"/>
              </a:ext>
            </a:extLst>
          </p:cNvPr>
          <p:cNvSpPr/>
          <p:nvPr/>
        </p:nvSpPr>
        <p:spPr>
          <a:xfrm rot="16200000">
            <a:off x="71822" y="4406461"/>
            <a:ext cx="1382638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矢印: 右 26">
            <a:extLst>
              <a:ext uri="{FF2B5EF4-FFF2-40B4-BE49-F238E27FC236}">
                <a16:creationId xmlns:a16="http://schemas.microsoft.com/office/drawing/2014/main" id="{94ABE33A-3EDD-4FFD-98E0-1A17C9858C07}"/>
              </a:ext>
            </a:extLst>
          </p:cNvPr>
          <p:cNvSpPr/>
          <p:nvPr/>
        </p:nvSpPr>
        <p:spPr>
          <a:xfrm rot="16200000">
            <a:off x="10821715" y="2032278"/>
            <a:ext cx="498147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4379FB6-A154-4892-8EFC-85261F9DFC79}"/>
              </a:ext>
            </a:extLst>
          </p:cNvPr>
          <p:cNvSpPr/>
          <p:nvPr/>
        </p:nvSpPr>
        <p:spPr>
          <a:xfrm>
            <a:off x="9756649" y="591731"/>
            <a:ext cx="2236184" cy="142874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次の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ステージに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16D3496-DFED-417A-A61E-05C4AC640FD4}"/>
              </a:ext>
            </a:extLst>
          </p:cNvPr>
          <p:cNvSpPr/>
          <p:nvPr/>
        </p:nvSpPr>
        <p:spPr>
          <a:xfrm>
            <a:off x="2209800" y="1447800"/>
            <a:ext cx="9144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採点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4DD7AB-D82C-4178-9B63-891A210F7A88}"/>
              </a:ext>
            </a:extLst>
          </p:cNvPr>
          <p:cNvSpPr/>
          <p:nvPr/>
        </p:nvSpPr>
        <p:spPr>
          <a:xfrm>
            <a:off x="3988308" y="283464"/>
            <a:ext cx="4215384" cy="91440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ゲーム画面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29C2B17-12B6-4633-90BD-4B4EC6CD5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24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329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E8F76E-6904-409A-AC76-C9CCF9F1E885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操作方法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28E3EEC-ED19-44E5-A90C-4BE60A2D4ABD}"/>
              </a:ext>
            </a:extLst>
          </p:cNvPr>
          <p:cNvSpPr/>
          <p:nvPr/>
        </p:nvSpPr>
        <p:spPr>
          <a:xfrm>
            <a:off x="6096000" y="1721718"/>
            <a:ext cx="2860743" cy="10176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</a:t>
            </a:r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指を操作</a:t>
            </a:r>
            <a:endParaRPr kumimoji="1" lang="ja-JP" altLang="en-US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9C8E7E2-CABB-411F-8549-701A17FEE2C5}"/>
              </a:ext>
            </a:extLst>
          </p:cNvPr>
          <p:cNvSpPr/>
          <p:nvPr/>
        </p:nvSpPr>
        <p:spPr>
          <a:xfrm>
            <a:off x="464305" y="1721719"/>
            <a:ext cx="2952555" cy="1120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キーボード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雨粒を操作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F738E8E-6FD1-4FFF-9E24-5B37EDA81C3D}"/>
              </a:ext>
            </a:extLst>
          </p:cNvPr>
          <p:cNvSpPr/>
          <p:nvPr/>
        </p:nvSpPr>
        <p:spPr>
          <a:xfrm>
            <a:off x="400297" y="4015420"/>
            <a:ext cx="4636008" cy="123973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sz="3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↑　↓　←　→</a:t>
            </a:r>
            <a:endParaRPr lang="en-US" altLang="ja-JP" sz="3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3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スペースで止める</a:t>
            </a:r>
            <a:endParaRPr kumimoji="1" lang="en-US" altLang="ja-JP" sz="3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5B52EF4-83E1-45B0-AA9E-EBBCD65FB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999" y="1194224"/>
            <a:ext cx="1102568" cy="164835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77A588C8-9C41-42FC-AC42-0CA488F60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6743" y="1435111"/>
            <a:ext cx="2509662" cy="182859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C48DAE9-6E2F-4AB5-A805-0F43BF2F2202}"/>
              </a:ext>
            </a:extLst>
          </p:cNvPr>
          <p:cNvSpPr/>
          <p:nvPr/>
        </p:nvSpPr>
        <p:spPr>
          <a:xfrm>
            <a:off x="6096000" y="4015420"/>
            <a:ext cx="5251704" cy="22939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右クリックで雨粒を選択</a:t>
            </a:r>
            <a:endParaRPr lang="en-US" altLang="ja-JP" sz="3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次に繋ぎたい雨粒を</a:t>
            </a:r>
            <a:endParaRPr lang="en-US" altLang="ja-JP" sz="3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右クリック</a:t>
            </a:r>
            <a:endParaRPr lang="en-US" altLang="ja-JP" sz="3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lang="en-US" altLang="ja-JP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840A768-F67B-4920-B60C-4E4E518CFD24}"/>
              </a:ext>
            </a:extLst>
          </p:cNvPr>
          <p:cNvSpPr/>
          <p:nvPr/>
        </p:nvSpPr>
        <p:spPr>
          <a:xfrm>
            <a:off x="184014" y="188174"/>
            <a:ext cx="5911986" cy="285405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既存のゲームとの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差別点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D720-4F32-47AB-A04F-C0226CFDB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986" y="2348834"/>
            <a:ext cx="6280014" cy="39814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15A6B13-698C-466F-8857-1D17DD414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44059"/>
            <a:ext cx="5911986" cy="4086225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2D33BF-6DBF-49C0-BADC-46794B569439}"/>
              </a:ext>
            </a:extLst>
          </p:cNvPr>
          <p:cNvSpPr/>
          <p:nvPr/>
        </p:nvSpPr>
        <p:spPr>
          <a:xfrm>
            <a:off x="5911986" y="804085"/>
            <a:ext cx="4994531" cy="77782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このゲームは</a:t>
            </a:r>
            <a:endParaRPr kumimoji="1" lang="en-US" altLang="ja-JP" sz="3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マウスとキーボードを同時に使う</a:t>
            </a:r>
            <a:endParaRPr kumimoji="1" lang="ja-JP" altLang="en-US" sz="3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7576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42B6202-40C1-4F10-B7F8-05F0C9673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3154680"/>
            <a:ext cx="48768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84147B3-AEFB-4ABF-A40D-9EB6200E68C3}"/>
              </a:ext>
            </a:extLst>
          </p:cNvPr>
          <p:cNvSpPr/>
          <p:nvPr/>
        </p:nvSpPr>
        <p:spPr>
          <a:xfrm>
            <a:off x="2770632" y="1170432"/>
            <a:ext cx="6181344" cy="16276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自由に描くではなく　自分で書けるように盤面を整えるパズル要素もある</a:t>
            </a:r>
            <a:endParaRPr kumimoji="1" lang="ja-JP" altLang="en-US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74802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4BBD830-09D9-4A07-A52B-EC8B6E6959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5A4323-F76A-4BC8-AF9B-DBF0CF5F1BDB}"/>
              </a:ext>
            </a:extLst>
          </p:cNvPr>
          <p:cNvSpPr/>
          <p:nvPr/>
        </p:nvSpPr>
        <p:spPr>
          <a:xfrm>
            <a:off x="3724275" y="2162175"/>
            <a:ext cx="6076950" cy="26574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終わり</a:t>
            </a:r>
          </a:p>
        </p:txBody>
      </p:sp>
    </p:spTree>
    <p:extLst>
      <p:ext uri="{BB962C8B-B14F-4D97-AF65-F5344CB8AC3E}">
        <p14:creationId xmlns:p14="http://schemas.microsoft.com/office/powerpoint/2010/main" val="4151086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A56CE55-53D8-4113-BD6F-C0AB21771132}"/>
              </a:ext>
            </a:extLst>
          </p:cNvPr>
          <p:cNvSpPr/>
          <p:nvPr/>
        </p:nvSpPr>
        <p:spPr>
          <a:xfrm>
            <a:off x="184013" y="560120"/>
            <a:ext cx="8308233" cy="113813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r">
              <a:lnSpc>
                <a:spcPct val="150000"/>
              </a:lnSpc>
            </a:pPr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このゲームで一番面白い瞬間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r">
              <a:lnSpc>
                <a:spcPct val="150000"/>
              </a:lnSpc>
            </a:pP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r">
              <a:lnSpc>
                <a:spcPct val="150000"/>
              </a:lnSpc>
            </a:pPr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AC67377-142B-4D87-834E-4FEDAD2A2B5F}"/>
              </a:ext>
            </a:extLst>
          </p:cNvPr>
          <p:cNvSpPr txBox="1"/>
          <p:nvPr/>
        </p:nvSpPr>
        <p:spPr>
          <a:xfrm>
            <a:off x="1847379" y="5248071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なにをさせたいのか　どんな気持ちにさせたい</a:t>
            </a:r>
            <a:endParaRPr kumimoji="1"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E00C1E-5F09-44B3-9D60-249CD5642B5B}"/>
              </a:ext>
            </a:extLst>
          </p:cNvPr>
          <p:cNvSpPr/>
          <p:nvPr/>
        </p:nvSpPr>
        <p:spPr>
          <a:xfrm>
            <a:off x="515158" y="3037741"/>
            <a:ext cx="2947481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解き方をひらめいたとき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507A22D-974F-4D2F-9E4C-0869B25B6561}"/>
              </a:ext>
            </a:extLst>
          </p:cNvPr>
          <p:cNvSpPr/>
          <p:nvPr/>
        </p:nvSpPr>
        <p:spPr>
          <a:xfrm>
            <a:off x="8444013" y="4149085"/>
            <a:ext cx="3077427" cy="12836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達成感・満足感・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もう一度やりたい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50A8EDE-AF58-4584-A9E5-71C8FCCEDEDD}"/>
              </a:ext>
            </a:extLst>
          </p:cNvPr>
          <p:cNvSpPr/>
          <p:nvPr/>
        </p:nvSpPr>
        <p:spPr>
          <a:xfrm>
            <a:off x="1605063" y="1738000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7EA132F-B1B2-4B4C-897B-F2F5D7F95870}"/>
              </a:ext>
            </a:extLst>
          </p:cNvPr>
          <p:cNvSpPr/>
          <p:nvPr/>
        </p:nvSpPr>
        <p:spPr>
          <a:xfrm>
            <a:off x="7966951" y="1425263"/>
            <a:ext cx="3901603" cy="156854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プレイヤーが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どう感じるか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837F0AB4-6508-4619-9F4E-827A6B1D64EE}"/>
              </a:ext>
            </a:extLst>
          </p:cNvPr>
          <p:cNvSpPr/>
          <p:nvPr/>
        </p:nvSpPr>
        <p:spPr>
          <a:xfrm>
            <a:off x="3220323" y="5657358"/>
            <a:ext cx="484632" cy="46405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905904F0-FEAE-48AF-B206-826D19493D03}"/>
              </a:ext>
            </a:extLst>
          </p:cNvPr>
          <p:cNvSpPr/>
          <p:nvPr/>
        </p:nvSpPr>
        <p:spPr>
          <a:xfrm>
            <a:off x="5487273" y="5657358"/>
            <a:ext cx="484632" cy="46405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D1C65D6-BC17-41B6-8B2F-678CFB6D3777}"/>
              </a:ext>
            </a:extLst>
          </p:cNvPr>
          <p:cNvSpPr/>
          <p:nvPr/>
        </p:nvSpPr>
        <p:spPr>
          <a:xfrm>
            <a:off x="5353049" y="6172200"/>
            <a:ext cx="695325" cy="57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満足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AF0D3BD-546E-4F94-BF34-BE6901DB6F25}"/>
              </a:ext>
            </a:extLst>
          </p:cNvPr>
          <p:cNvSpPr/>
          <p:nvPr/>
        </p:nvSpPr>
        <p:spPr>
          <a:xfrm>
            <a:off x="1773626" y="6121415"/>
            <a:ext cx="3378025" cy="62228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新しい体験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矢印: 下 13">
            <a:extLst>
              <a:ext uri="{FF2B5EF4-FFF2-40B4-BE49-F238E27FC236}">
                <a16:creationId xmlns:a16="http://schemas.microsoft.com/office/drawing/2014/main" id="{34CE8FD6-5703-457F-8DC5-ED2DE81E2FA0}"/>
              </a:ext>
            </a:extLst>
          </p:cNvPr>
          <p:cNvSpPr/>
          <p:nvPr/>
        </p:nvSpPr>
        <p:spPr>
          <a:xfrm>
            <a:off x="9544611" y="2868808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47880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5AC1EE1-F107-4938-BD9B-9266B364809B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制作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技術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2A48834-5186-46A9-BA93-D439F279654F}"/>
              </a:ext>
            </a:extLst>
          </p:cNvPr>
          <p:cNvSpPr/>
          <p:nvPr/>
        </p:nvSpPr>
        <p:spPr>
          <a:xfrm>
            <a:off x="1266825" y="2310725"/>
            <a:ext cx="1924050" cy="11182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ユニティー</a:t>
            </a:r>
          </a:p>
        </p:txBody>
      </p:sp>
    </p:spTree>
    <p:extLst>
      <p:ext uri="{BB962C8B-B14F-4D97-AF65-F5344CB8AC3E}">
        <p14:creationId xmlns:p14="http://schemas.microsoft.com/office/powerpoint/2010/main" val="2589915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4102149-CCAB-4E46-B501-ED321D88C867}"/>
              </a:ext>
            </a:extLst>
          </p:cNvPr>
          <p:cNvSpPr/>
          <p:nvPr/>
        </p:nvSpPr>
        <p:spPr>
          <a:xfrm>
            <a:off x="184014" y="453349"/>
            <a:ext cx="7782939" cy="208556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仕組みがどうおもしろく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なるのかの説明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267747B-5E96-4DCD-BFCC-F90DF3DABE9C}"/>
              </a:ext>
            </a:extLst>
          </p:cNvPr>
          <p:cNvSpPr/>
          <p:nvPr/>
        </p:nvSpPr>
        <p:spPr>
          <a:xfrm>
            <a:off x="1323974" y="3200399"/>
            <a:ext cx="5534025" cy="1495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このゲームは止まれないので判断力が求められる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そして普段しないマウスによって字を描く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この二つが合わさることによって新しい体験が生まれる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7679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1394</TotalTime>
  <Words>303</Words>
  <Application>Microsoft Office PowerPoint</Application>
  <PresentationFormat>ワイド画面</PresentationFormat>
  <Paragraphs>79</Paragraphs>
  <Slides>14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kousuke yamamoto</cp:lastModifiedBy>
  <cp:revision>81</cp:revision>
  <dcterms:created xsi:type="dcterms:W3CDTF">2013-01-27T09:14:16Z</dcterms:created>
  <dcterms:modified xsi:type="dcterms:W3CDTF">2026-10-09T02:21:49Z</dcterms:modified>
  <cp:category/>
</cp:coreProperties>
</file>